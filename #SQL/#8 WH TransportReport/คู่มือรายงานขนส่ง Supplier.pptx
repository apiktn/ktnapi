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35" r:id="rId2"/>
    <p:sldId id="368" r:id="rId3"/>
    <p:sldId id="371" r:id="rId4"/>
    <p:sldId id="385" r:id="rId5"/>
    <p:sldId id="403" r:id="rId6"/>
    <p:sldId id="404" r:id="rId7"/>
    <p:sldId id="405" r:id="rId8"/>
    <p:sldId id="406" r:id="rId9"/>
    <p:sldId id="408" r:id="rId10"/>
    <p:sldId id="402" r:id="rId11"/>
    <p:sldId id="417" r:id="rId12"/>
    <p:sldId id="416" r:id="rId13"/>
    <p:sldId id="399" r:id="rId14"/>
    <p:sldId id="407" r:id="rId15"/>
    <p:sldId id="409" r:id="rId16"/>
    <p:sldId id="410" r:id="rId17"/>
    <p:sldId id="411" r:id="rId18"/>
    <p:sldId id="412" r:id="rId19"/>
    <p:sldId id="414" r:id="rId20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4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695C2C-9155-4A7D-93C0-87E3F8886F5F}" type="doc">
      <dgm:prSet loTypeId="urn:microsoft.com/office/officeart/2005/8/layout/vList2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D245A08-E5B8-4A0E-B6C8-D67274B7CA48}">
      <dgm:prSet phldrT="[Text]"/>
      <dgm:spPr/>
      <dgm:t>
        <a:bodyPr/>
        <a:lstStyle/>
        <a:p>
          <a:r>
            <a:rPr lang="th-TH" b="0" dirty="0">
              <a:latin typeface="Angsana New" panose="02020603050405020304" pitchFamily="18" charset="-34"/>
              <a:cs typeface="Angsana New" panose="02020603050405020304" pitchFamily="18" charset="-34"/>
            </a:rPr>
            <a:t>1. การสร้างเอกสารรายงานขนส่ง</a:t>
          </a:r>
          <a:endParaRPr lang="en-US" b="0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DBB4007B-5300-49BF-8F18-7454422C36ED}" type="parTrans" cxnId="{0AF116E2-A502-485B-A4B1-82983930E54F}">
      <dgm:prSet/>
      <dgm:spPr/>
      <dgm:t>
        <a:bodyPr/>
        <a:lstStyle/>
        <a:p>
          <a:endParaRPr lang="en-US"/>
        </a:p>
      </dgm:t>
    </dgm:pt>
    <dgm:pt modelId="{33606F0A-1EC1-4933-890F-A95CF4ED6C53}" type="sibTrans" cxnId="{0AF116E2-A502-485B-A4B1-82983930E54F}">
      <dgm:prSet/>
      <dgm:spPr/>
      <dgm:t>
        <a:bodyPr/>
        <a:lstStyle/>
        <a:p>
          <a:endParaRPr lang="en-US"/>
        </a:p>
      </dgm:t>
    </dgm:pt>
    <dgm:pt modelId="{6201EEC1-0145-4E4D-BDEE-0E47824081F0}">
      <dgm:prSet phldrT="[Text]"/>
      <dgm:spPr/>
      <dgm:t>
        <a:bodyPr/>
        <a:lstStyle/>
        <a:p>
          <a:r>
            <a:rPr lang="th-TH" dirty="0">
              <a:latin typeface="Angsana New" panose="02020603050405020304" pitchFamily="18" charset="-34"/>
              <a:cs typeface="Angsana New" panose="02020603050405020304" pitchFamily="18" charset="-34"/>
            </a:rPr>
            <a:t>2. </a:t>
          </a:r>
          <a:r>
            <a:rPr lang="th-TH" dirty="0">
              <a:cs typeface="+mj-cs"/>
            </a:rPr>
            <a:t>การอนุมัติ</a:t>
          </a:r>
          <a:endParaRPr lang="en-US" dirty="0"/>
        </a:p>
      </dgm:t>
    </dgm:pt>
    <dgm:pt modelId="{A40E2946-1B0E-49A9-9DC3-74D0024A2FF6}" type="parTrans" cxnId="{B5EA5588-743F-458E-B9DA-CF5179C873C1}">
      <dgm:prSet/>
      <dgm:spPr/>
      <dgm:t>
        <a:bodyPr/>
        <a:lstStyle/>
        <a:p>
          <a:endParaRPr lang="en-US"/>
        </a:p>
      </dgm:t>
    </dgm:pt>
    <dgm:pt modelId="{3A51F434-62B4-45BE-B3D8-C4B08582C528}" type="sibTrans" cxnId="{B5EA5588-743F-458E-B9DA-CF5179C873C1}">
      <dgm:prSet/>
      <dgm:spPr/>
      <dgm:t>
        <a:bodyPr/>
        <a:lstStyle/>
        <a:p>
          <a:endParaRPr lang="en-US"/>
        </a:p>
      </dgm:t>
    </dgm:pt>
    <dgm:pt modelId="{B4F84A67-9473-48E0-9A47-755F256E1035}">
      <dgm:prSet/>
      <dgm:spPr/>
      <dgm:t>
        <a:bodyPr/>
        <a:lstStyle/>
        <a:p>
          <a:r>
            <a:rPr lang="th-TH" dirty="0">
              <a:cs typeface="+mj-cs"/>
            </a:rPr>
            <a:t>3. </a:t>
          </a:r>
          <a:r>
            <a:rPr lang="th-TH" b="0" dirty="0">
              <a:latin typeface="Angsana New" panose="02020603050405020304" pitchFamily="18" charset="-34"/>
              <a:cs typeface="Angsana New" panose="02020603050405020304" pitchFamily="18" charset="-34"/>
            </a:rPr>
            <a:t>การดูประวัติ</a:t>
          </a:r>
          <a:endParaRPr lang="en-US" dirty="0"/>
        </a:p>
      </dgm:t>
    </dgm:pt>
    <dgm:pt modelId="{AC78771E-17FB-423A-AE4A-8491DFF1BDAF}" type="parTrans" cxnId="{B1FF38F8-B996-4380-9925-2382C2BF838C}">
      <dgm:prSet/>
      <dgm:spPr/>
      <dgm:t>
        <a:bodyPr/>
        <a:lstStyle/>
        <a:p>
          <a:endParaRPr lang="th-TH"/>
        </a:p>
      </dgm:t>
    </dgm:pt>
    <dgm:pt modelId="{DAB6129E-60F6-4A87-955B-D87001662F0E}" type="sibTrans" cxnId="{B1FF38F8-B996-4380-9925-2382C2BF838C}">
      <dgm:prSet/>
      <dgm:spPr/>
      <dgm:t>
        <a:bodyPr/>
        <a:lstStyle/>
        <a:p>
          <a:endParaRPr lang="th-TH"/>
        </a:p>
      </dgm:t>
    </dgm:pt>
    <dgm:pt modelId="{0E24E4C4-714D-490C-B89E-AB9835F3C0E6}" type="pres">
      <dgm:prSet presAssocID="{E3695C2C-9155-4A7D-93C0-87E3F8886F5F}" presName="linear" presStyleCnt="0">
        <dgm:presLayoutVars>
          <dgm:animLvl val="lvl"/>
          <dgm:resizeHandles val="exact"/>
        </dgm:presLayoutVars>
      </dgm:prSet>
      <dgm:spPr/>
    </dgm:pt>
    <dgm:pt modelId="{2C473266-5076-415D-9595-1872B67ED33B}" type="pres">
      <dgm:prSet presAssocID="{BD245A08-E5B8-4A0E-B6C8-D67274B7CA4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D2F8F6D-4484-4C03-B229-E9AB0284F910}" type="pres">
      <dgm:prSet presAssocID="{33606F0A-1EC1-4933-890F-A95CF4ED6C53}" presName="spacer" presStyleCnt="0"/>
      <dgm:spPr/>
    </dgm:pt>
    <dgm:pt modelId="{95AC70B1-C68A-4126-9969-50E163AED165}" type="pres">
      <dgm:prSet presAssocID="{6201EEC1-0145-4E4D-BDEE-0E47824081F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6D6F0D-07BC-4C68-9F1C-45E428E7F447}" type="pres">
      <dgm:prSet presAssocID="{3A51F434-62B4-45BE-B3D8-C4B08582C528}" presName="spacer" presStyleCnt="0"/>
      <dgm:spPr/>
    </dgm:pt>
    <dgm:pt modelId="{A1534F2B-040F-44E0-A30E-49E58BA6A3F6}" type="pres">
      <dgm:prSet presAssocID="{B4F84A67-9473-48E0-9A47-755F256E103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D3A1D06-C7D8-43E2-A4BF-D186C225271F}" type="presOf" srcId="{BD245A08-E5B8-4A0E-B6C8-D67274B7CA48}" destId="{2C473266-5076-415D-9595-1872B67ED33B}" srcOrd="0" destOrd="0" presId="urn:microsoft.com/office/officeart/2005/8/layout/vList2"/>
    <dgm:cxn modelId="{02CB155C-09B8-4AC0-A1EC-CBAAAD65F108}" type="presOf" srcId="{6201EEC1-0145-4E4D-BDEE-0E47824081F0}" destId="{95AC70B1-C68A-4126-9969-50E163AED165}" srcOrd="0" destOrd="0" presId="urn:microsoft.com/office/officeart/2005/8/layout/vList2"/>
    <dgm:cxn modelId="{82BD9942-E994-4A4F-84D9-7E2973D88525}" type="presOf" srcId="{E3695C2C-9155-4A7D-93C0-87E3F8886F5F}" destId="{0E24E4C4-714D-490C-B89E-AB9835F3C0E6}" srcOrd="0" destOrd="0" presId="urn:microsoft.com/office/officeart/2005/8/layout/vList2"/>
    <dgm:cxn modelId="{B5EA5588-743F-458E-B9DA-CF5179C873C1}" srcId="{E3695C2C-9155-4A7D-93C0-87E3F8886F5F}" destId="{6201EEC1-0145-4E4D-BDEE-0E47824081F0}" srcOrd="1" destOrd="0" parTransId="{A40E2946-1B0E-49A9-9DC3-74D0024A2FF6}" sibTransId="{3A51F434-62B4-45BE-B3D8-C4B08582C528}"/>
    <dgm:cxn modelId="{5742F5D2-2843-4938-B13A-83FF2D505318}" type="presOf" srcId="{B4F84A67-9473-48E0-9A47-755F256E1035}" destId="{A1534F2B-040F-44E0-A30E-49E58BA6A3F6}" srcOrd="0" destOrd="0" presId="urn:microsoft.com/office/officeart/2005/8/layout/vList2"/>
    <dgm:cxn modelId="{0AF116E2-A502-485B-A4B1-82983930E54F}" srcId="{E3695C2C-9155-4A7D-93C0-87E3F8886F5F}" destId="{BD245A08-E5B8-4A0E-B6C8-D67274B7CA48}" srcOrd="0" destOrd="0" parTransId="{DBB4007B-5300-49BF-8F18-7454422C36ED}" sibTransId="{33606F0A-1EC1-4933-890F-A95CF4ED6C53}"/>
    <dgm:cxn modelId="{B1FF38F8-B996-4380-9925-2382C2BF838C}" srcId="{E3695C2C-9155-4A7D-93C0-87E3F8886F5F}" destId="{B4F84A67-9473-48E0-9A47-755F256E1035}" srcOrd="2" destOrd="0" parTransId="{AC78771E-17FB-423A-AE4A-8491DFF1BDAF}" sibTransId="{DAB6129E-60F6-4A87-955B-D87001662F0E}"/>
    <dgm:cxn modelId="{86E663B2-B37F-4C24-91E1-92E6D964F680}" type="presParOf" srcId="{0E24E4C4-714D-490C-B89E-AB9835F3C0E6}" destId="{2C473266-5076-415D-9595-1872B67ED33B}" srcOrd="0" destOrd="0" presId="urn:microsoft.com/office/officeart/2005/8/layout/vList2"/>
    <dgm:cxn modelId="{18E590FB-07C5-4701-9D03-0FDDF91D2BC6}" type="presParOf" srcId="{0E24E4C4-714D-490C-B89E-AB9835F3C0E6}" destId="{4D2F8F6D-4484-4C03-B229-E9AB0284F910}" srcOrd="1" destOrd="0" presId="urn:microsoft.com/office/officeart/2005/8/layout/vList2"/>
    <dgm:cxn modelId="{CFFC7585-078C-4527-90F5-44EB9F3C915E}" type="presParOf" srcId="{0E24E4C4-714D-490C-B89E-AB9835F3C0E6}" destId="{95AC70B1-C68A-4126-9969-50E163AED165}" srcOrd="2" destOrd="0" presId="urn:microsoft.com/office/officeart/2005/8/layout/vList2"/>
    <dgm:cxn modelId="{371B5CFC-0E8D-4949-BC30-D1456806ABA9}" type="presParOf" srcId="{0E24E4C4-714D-490C-B89E-AB9835F3C0E6}" destId="{F56D6F0D-07BC-4C68-9F1C-45E428E7F447}" srcOrd="3" destOrd="0" presId="urn:microsoft.com/office/officeart/2005/8/layout/vList2"/>
    <dgm:cxn modelId="{646CB7F0-37CA-47FF-9B94-D5F497F9769B}" type="presParOf" srcId="{0E24E4C4-714D-490C-B89E-AB9835F3C0E6}" destId="{A1534F2B-040F-44E0-A30E-49E58BA6A3F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3266-5076-415D-9595-1872B67ED33B}">
      <dsp:nvSpPr>
        <dsp:cNvPr id="0" name=""/>
        <dsp:cNvSpPr/>
      </dsp:nvSpPr>
      <dsp:spPr>
        <a:xfrm>
          <a:off x="0" y="801000"/>
          <a:ext cx="5943600" cy="12635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4800" b="0" kern="1200" dirty="0">
              <a:latin typeface="Angsana New" panose="02020603050405020304" pitchFamily="18" charset="-34"/>
              <a:cs typeface="Angsana New" panose="02020603050405020304" pitchFamily="18" charset="-34"/>
            </a:rPr>
            <a:t>1. การสร้างเอกสารรายงานขนส่ง</a:t>
          </a:r>
          <a:endParaRPr lang="en-US" sz="4800" b="0" kern="1200" dirty="0"/>
        </a:p>
      </dsp:txBody>
      <dsp:txXfrm>
        <a:off x="61684" y="862684"/>
        <a:ext cx="5820232" cy="1140231"/>
      </dsp:txXfrm>
    </dsp:sp>
    <dsp:sp modelId="{95AC70B1-C68A-4126-9969-50E163AED165}">
      <dsp:nvSpPr>
        <dsp:cNvPr id="0" name=""/>
        <dsp:cNvSpPr/>
      </dsp:nvSpPr>
      <dsp:spPr>
        <a:xfrm>
          <a:off x="0" y="2202840"/>
          <a:ext cx="5943600" cy="12635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48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2. </a:t>
          </a:r>
          <a:r>
            <a:rPr lang="th-TH" sz="4800" kern="1200" dirty="0">
              <a:cs typeface="+mj-cs"/>
            </a:rPr>
            <a:t>การอนุมัติ</a:t>
          </a:r>
          <a:endParaRPr lang="en-US" sz="4800" kern="1200" dirty="0"/>
        </a:p>
      </dsp:txBody>
      <dsp:txXfrm>
        <a:off x="61684" y="2264524"/>
        <a:ext cx="5820232" cy="1140231"/>
      </dsp:txXfrm>
    </dsp:sp>
    <dsp:sp modelId="{A1534F2B-040F-44E0-A30E-49E58BA6A3F6}">
      <dsp:nvSpPr>
        <dsp:cNvPr id="0" name=""/>
        <dsp:cNvSpPr/>
      </dsp:nvSpPr>
      <dsp:spPr>
        <a:xfrm>
          <a:off x="0" y="3604680"/>
          <a:ext cx="5943600" cy="12635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4800" kern="1200" dirty="0">
              <a:cs typeface="+mj-cs"/>
            </a:rPr>
            <a:t>3. </a:t>
          </a:r>
          <a:r>
            <a:rPr lang="th-TH" sz="4800" b="0" kern="1200" dirty="0">
              <a:latin typeface="Angsana New" panose="02020603050405020304" pitchFamily="18" charset="-34"/>
              <a:cs typeface="Angsana New" panose="02020603050405020304" pitchFamily="18" charset="-34"/>
            </a:rPr>
            <a:t>การดูประวัติ</a:t>
          </a:r>
          <a:endParaRPr lang="en-US" sz="4800" kern="1200" dirty="0"/>
        </a:p>
      </dsp:txBody>
      <dsp:txXfrm>
        <a:off x="61684" y="3666364"/>
        <a:ext cx="5820232" cy="11402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A5BED-988C-44A5-A63D-8E25F89ACFE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F3106-7F23-49E9-916C-48ADFD175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2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F3106-7F23-49E9-916C-48ADFD1752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65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7A72-5936-4523-B258-C6460E4C9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EC8EA-25CB-43EA-A453-968F5457E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A7C25-7115-43E7-AB85-D1E749E4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D08-D70C-4954-B9E2-974A5DCF0B92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BC5CB-1F37-41D8-892A-EA6E09F7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7D6F-8B94-4382-9F73-2C2BFFF6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5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4CC3-D05B-4163-8DA1-EC69AB4C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F2CFE-69FF-42D2-9594-DC2C25E1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7ADC2-3EB5-49F8-BF40-C94DABE0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A620-FFAD-4E57-9AE0-9D3AA34AEEE5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B1266-40A4-44F1-8ED9-B3135C01F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1213D-9A71-4DF7-90E3-83019BE9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3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9000-F78C-4D78-8EDD-E4299B63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149C8-FD89-4843-9F7E-2EC6235AE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FC646-2792-4D80-B9AA-35290415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0399-42A5-4301-95A7-05646DFF0FB4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D291B-1096-4591-883D-37197C10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A519D-E2EC-4832-999A-B889FF5A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6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F70E-3D81-48B2-BACF-E712BA2C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C5E13-35DC-44B2-B1BD-716D05E51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7CC59-E8C7-4873-98CA-6146320FB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524AD-7EEC-4238-A068-57A7856E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CB22-0DD5-4DAD-A5C1-1FF73CAC01B7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DEDF6-399C-4F07-B806-971F0DE4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CE5AB-5F59-4CD7-A911-CBF5EA15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AFAA-8A25-4294-A7FD-052B70E4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BE6E-2628-4E67-8B24-9F127B94C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2576A-401F-4254-A0EB-1D4FA9A2A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1B07B-55DC-4246-A0A7-2C5EDEA86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93DD6-B2BA-4ACF-AD73-1C618828E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A330B-3E89-4024-A770-50B5AAF0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D9FD-20BC-418B-9248-0FCB0CE09270}" type="datetime1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E201B-4D1C-4F3D-AF32-A4BDED43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499EA-FF97-49FB-B738-DEB4062B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19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07E9-4350-49FE-8205-F7F47031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75548-049D-4FF5-A177-BD2405AE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2B74-C62A-427C-9651-A40D4F455C51}" type="datetime1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3246C-0167-4480-BA70-5FC9BA26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D0C0E-8A22-4A19-8DE8-CA84FFBF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0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1D701-F75E-4180-9CC7-DFDEABEF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D1DC1-D55C-4A03-AEA9-5C3BF0D847B0}" type="datetime1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BD52F-0162-49EA-A8A0-915695AC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7FD98-B35A-41C9-8D1C-B67E6C65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8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35E3-1313-4672-BA58-8FB3AE85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7FAD0-56BA-4275-942B-8377AD7F8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1E004-CD03-4F02-9842-BB7583983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AC281-25BA-4E84-8E5C-34EB74B8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681B-C817-4C7B-B925-B5A00EF619D1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EEA7C-EBA9-4863-B264-F6C84B63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D9AA7-F7A7-4C0E-B9A7-C7D387D3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9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1707-AAFE-46F7-9AC7-E7F0565D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44353-8DB7-44E7-AEB4-343725831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FA6F8-794D-445A-8E43-DBDDF1BB7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D94CE-F473-40FD-8A23-726E6A1C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741B-9F8E-492A-A9F9-88035C7A14EA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D6DE8-6911-4C27-AC9C-EBAC2EE9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369F-AB16-48A5-AD75-F02DBF03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86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6569-618A-4831-8230-E2083BB0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BBF83-BC9D-4421-B573-34E09DD0C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4BEE0-B382-42A6-95D3-614B2CCD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874F-8668-4CF3-829E-A58CCF679D0A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DBCEB-0E9E-4D75-991E-5C4654B6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FD36-FA4D-40BC-BA31-632480A3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9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C1767B-9D58-439F-A8B0-C7F1DC08C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0D35F-FC0B-45CC-801E-4B097511C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F7836-D1D4-4E43-9765-16A9A4BA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642B5-EBC0-4FF8-B554-C00B4E7FAF37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DE800-AA78-4595-BB21-C92895FC6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90240-FB4A-4477-AC07-1EFB2AB57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6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7D7E-F4F1-4D16-B749-4ABAFC5D9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6A1D7-CFC1-4AC5-9192-BFBCD90B7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1B1EE-72AB-4868-BBC7-9751FA2F5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46E45-01C5-4238-BDEE-9772C52AF16B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84284-191D-4F85-839C-B739D1E09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1F8E-F4AC-452F-ADCA-92A471E64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9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80DA7-22B9-4856-A70F-DB6D98CA9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578B4A-1123-4D37-9A2A-D0FC32747CF7}"/>
              </a:ext>
            </a:extLst>
          </p:cNvPr>
          <p:cNvSpPr/>
          <p:nvPr/>
        </p:nvSpPr>
        <p:spPr>
          <a:xfrm>
            <a:off x="0" y="1857665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6600" b="1" dirty="0">
                <a:latin typeface="AngsanaUPC" panose="02020603050405020304" pitchFamily="18" charset="-34"/>
                <a:cs typeface="+mj-cs"/>
              </a:rPr>
              <a:t>คู่มือการใช้งาน</a:t>
            </a:r>
          </a:p>
          <a:p>
            <a:pPr algn="ctr"/>
            <a:r>
              <a:rPr lang="th-TH" sz="6600" b="1" dirty="0">
                <a:latin typeface="AngsanaUPC" panose="02020603050405020304" pitchFamily="18" charset="-34"/>
                <a:cs typeface="+mj-cs"/>
              </a:rPr>
              <a:t>แบบฟอร์มรายงานขนส่ง</a:t>
            </a:r>
          </a:p>
          <a:p>
            <a:pPr algn="ctr"/>
            <a:r>
              <a:rPr lang="en-US" sz="6600" b="1" dirty="0">
                <a:latin typeface="AngsanaUPC" panose="02020603050405020304" pitchFamily="18" charset="-34"/>
                <a:cs typeface="+mj-cs"/>
              </a:rPr>
              <a:t>( Transport Report For Supplier 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8A13E-557E-4A93-BA18-D6ED208A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9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51299-7069-4DA3-9ADE-4F7240D8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772214E-B934-4FDE-AE36-2C24BA59F4B8}"/>
              </a:ext>
            </a:extLst>
          </p:cNvPr>
          <p:cNvGrpSpPr/>
          <p:nvPr/>
        </p:nvGrpSpPr>
        <p:grpSpPr>
          <a:xfrm>
            <a:off x="1295400" y="594360"/>
            <a:ext cx="10058400" cy="5669280"/>
            <a:chOff x="1464733" y="594360"/>
            <a:chExt cx="10058400" cy="5669280"/>
          </a:xfrm>
        </p:grpSpPr>
        <p:graphicFrame>
          <p:nvGraphicFramePr>
            <p:cNvPr id="2" name="Diagram 1">
              <a:extLst>
                <a:ext uri="{FF2B5EF4-FFF2-40B4-BE49-F238E27FC236}">
                  <a16:creationId xmlns:a16="http://schemas.microsoft.com/office/drawing/2014/main" id="{AB41EE3C-6F2E-49CC-A8C0-8CC9E0BF50C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08972062"/>
                </p:ext>
              </p:extLst>
            </p:nvPr>
          </p:nvGraphicFramePr>
          <p:xfrm>
            <a:off x="5579533" y="594360"/>
            <a:ext cx="5943600" cy="566928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7C29A6D-83F6-433B-9705-D69FDDC2C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64733" y="1539474"/>
              <a:ext cx="3657600" cy="396447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150504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44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1. การสร้างเอกสาร</a:t>
              </a:r>
            </a:p>
            <a:p>
              <a:pPr algn="ctr"/>
              <a:r>
                <a:rPr lang="th-TH" sz="44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รายงานขนส่ง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75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0402C2FD-1F28-CD97-25F9-0D2CB476C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85" y="2945742"/>
            <a:ext cx="2042337" cy="2194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8" y="523220"/>
            <a:ext cx="11887202" cy="830997"/>
            <a:chOff x="228597" y="527685"/>
            <a:chExt cx="11544303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7" y="527685"/>
              <a:ext cx="41196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1:การสร้างเอกสารรายงานขนส่ง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4348280" y="763280"/>
              <a:ext cx="7424620" cy="26016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4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792480" y="1046440"/>
            <a:ext cx="10607040" cy="1097280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 เข้าใช้งานเมนูในแผนก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“WARE HOUSE”  &gt;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เลือกกลุ่มเมนู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รายงานขนส่ง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&gt;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เลือกเมนู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แบบฟอร์มรายงานขนส่ง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2C6A88-E9FA-490C-8E0C-62459BABCBE0}"/>
              </a:ext>
            </a:extLst>
          </p:cNvPr>
          <p:cNvSpPr/>
          <p:nvPr/>
        </p:nvSpPr>
        <p:spPr>
          <a:xfrm>
            <a:off x="1029810" y="3826381"/>
            <a:ext cx="1393794" cy="34159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C1E5CAB-DC11-46DF-8718-8773A577A9AE}"/>
              </a:ext>
            </a:extLst>
          </p:cNvPr>
          <p:cNvSpPr/>
          <p:nvPr/>
        </p:nvSpPr>
        <p:spPr>
          <a:xfrm>
            <a:off x="2980746" y="3826381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4829E9-1A75-7CD8-F61F-3309ED76F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447" y="2385907"/>
            <a:ext cx="6553016" cy="39488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99901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B09ED-98D1-4089-32B0-8523D436D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113255-B938-FAB2-3FCF-BF1852E80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96" y="950519"/>
            <a:ext cx="7921927" cy="40222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4AE4296-E38D-74BF-C751-A4D946079D67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F60FB1-2DFC-E272-873E-20957B61187E}"/>
              </a:ext>
            </a:extLst>
          </p:cNvPr>
          <p:cNvGrpSpPr/>
          <p:nvPr/>
        </p:nvGrpSpPr>
        <p:grpSpPr>
          <a:xfrm>
            <a:off x="152398" y="523220"/>
            <a:ext cx="11887202" cy="830997"/>
            <a:chOff x="228597" y="527685"/>
            <a:chExt cx="11544303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8CE3A6-7A96-7E5A-F7F8-F7762ACB610A}"/>
                </a:ext>
              </a:extLst>
            </p:cNvPr>
            <p:cNvSpPr txBox="1"/>
            <p:nvPr/>
          </p:nvSpPr>
          <p:spPr>
            <a:xfrm>
              <a:off x="228597" y="527685"/>
              <a:ext cx="41196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1:การสร้างเอกสารรายงานขนส่ง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7DD798-6DDB-74D6-3018-EE8FFB0D605E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4348280" y="763280"/>
              <a:ext cx="7424620" cy="26016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B18D24D-8805-D0EE-93BD-3066224B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5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3946CE57-4CB8-CC74-3FFE-B2DC72555FAA}"/>
              </a:ext>
            </a:extLst>
          </p:cNvPr>
          <p:cNvSpPr/>
          <p:nvPr/>
        </p:nvSpPr>
        <p:spPr>
          <a:xfrm>
            <a:off x="730725" y="5517854"/>
            <a:ext cx="8018980" cy="1107853"/>
          </a:xfrm>
          <a:prstGeom prst="wedgeRectCallout">
            <a:avLst>
              <a:gd name="adj1" fmla="val -22118"/>
              <a:gd name="adj2" fmla="val -80221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1.2 กรอกข้อมูลให้ครบถ้วนในส่วนของ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“Header template”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ให้ครบถ้วนตามเครื่องหมาย *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จากนั้นกดปุ่ม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บันทึก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ที่ด้านขวาบน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59283C-5E81-2412-E0E8-65FE674A696D}"/>
              </a:ext>
            </a:extLst>
          </p:cNvPr>
          <p:cNvSpPr/>
          <p:nvPr/>
        </p:nvSpPr>
        <p:spPr>
          <a:xfrm>
            <a:off x="6921093" y="1185371"/>
            <a:ext cx="733245" cy="33769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2CC4B7A-7985-7AE0-5B74-9BB7298AB9FE}"/>
              </a:ext>
            </a:extLst>
          </p:cNvPr>
          <p:cNvSpPr/>
          <p:nvPr/>
        </p:nvSpPr>
        <p:spPr>
          <a:xfrm>
            <a:off x="8433886" y="1329963"/>
            <a:ext cx="581556" cy="2350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CB907B20-4C9E-06A1-1D07-96513C8FE734}"/>
              </a:ext>
            </a:extLst>
          </p:cNvPr>
          <p:cNvSpPr/>
          <p:nvPr/>
        </p:nvSpPr>
        <p:spPr>
          <a:xfrm>
            <a:off x="8724664" y="2699817"/>
            <a:ext cx="3284516" cy="522103"/>
          </a:xfrm>
          <a:prstGeom prst="wedgeRectCallout">
            <a:avLst>
              <a:gd name="adj1" fmla="val 21917"/>
              <a:gd name="adj2" fmla="val -16613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1.3 เมื่อกดบันทึกเสร็จจะมีเลขที่เอกสารขึ้นมา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7" name="Picture 6" descr="A red and green rectangle with white text&#10;&#10;AI-generated content may be incorrect.">
            <a:extLst>
              <a:ext uri="{FF2B5EF4-FFF2-40B4-BE49-F238E27FC236}">
                <a16:creationId xmlns:a16="http://schemas.microsoft.com/office/drawing/2014/main" id="{8730D212-9818-C5F7-9BFF-8DCA58A42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400" y="1122117"/>
            <a:ext cx="2461473" cy="7392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B0891E0-032D-689A-591E-83032A8DB41C}"/>
              </a:ext>
            </a:extLst>
          </p:cNvPr>
          <p:cNvSpPr/>
          <p:nvPr/>
        </p:nvSpPr>
        <p:spPr>
          <a:xfrm>
            <a:off x="295096" y="2910607"/>
            <a:ext cx="6264096" cy="200731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41863B-0861-D82D-8F02-9ECE8E91A543}"/>
              </a:ext>
            </a:extLst>
          </p:cNvPr>
          <p:cNvSpPr/>
          <p:nvPr/>
        </p:nvSpPr>
        <p:spPr>
          <a:xfrm>
            <a:off x="295096" y="877594"/>
            <a:ext cx="859936" cy="33769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181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22322-6079-88A7-8531-23845354C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white box&#10;&#10;AI-generated content may be incorrect.">
            <a:extLst>
              <a:ext uri="{FF2B5EF4-FFF2-40B4-BE49-F238E27FC236}">
                <a16:creationId xmlns:a16="http://schemas.microsoft.com/office/drawing/2014/main" id="{81494F4C-6B40-9A1F-6063-30F5F587D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281" y="3656839"/>
            <a:ext cx="9693438" cy="13358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1930F12-A7F1-12DC-6DF4-C4B8EE20492B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DE1A1F-ADAF-08A7-EC9C-786F473AA909}"/>
              </a:ext>
            </a:extLst>
          </p:cNvPr>
          <p:cNvGrpSpPr/>
          <p:nvPr/>
        </p:nvGrpSpPr>
        <p:grpSpPr>
          <a:xfrm>
            <a:off x="152398" y="523220"/>
            <a:ext cx="11887202" cy="830997"/>
            <a:chOff x="228597" y="527685"/>
            <a:chExt cx="11544303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8C522A6-6F97-B9B1-C4C3-869C26C5FEDF}"/>
                </a:ext>
              </a:extLst>
            </p:cNvPr>
            <p:cNvSpPr txBox="1"/>
            <p:nvPr/>
          </p:nvSpPr>
          <p:spPr>
            <a:xfrm>
              <a:off x="228597" y="527685"/>
              <a:ext cx="41196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1:การสร้างเอกสารรายงานขนส่ง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15520EE-6122-242E-3A52-D6CDDBB49565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4348280" y="763280"/>
              <a:ext cx="7424620" cy="26016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5A14B3E-DB06-DC95-5D10-D6568CE9B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6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886E92BC-BACA-CF06-A621-9D66F7C041C5}"/>
              </a:ext>
            </a:extLst>
          </p:cNvPr>
          <p:cNvSpPr/>
          <p:nvPr/>
        </p:nvSpPr>
        <p:spPr>
          <a:xfrm>
            <a:off x="4066992" y="1815241"/>
            <a:ext cx="4058016" cy="1170233"/>
          </a:xfrm>
          <a:prstGeom prst="wedgeRectCallout">
            <a:avLst>
              <a:gd name="adj1" fmla="val -23519"/>
              <a:gd name="adj2" fmla="val 4865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1.4 เลื่อนลงมาที่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“Line template”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เลือกเวลาโหลดสินค้า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AAD603-CE50-D06B-ECA2-759F21BCFD67}"/>
              </a:ext>
            </a:extLst>
          </p:cNvPr>
          <p:cNvSpPr/>
          <p:nvPr/>
        </p:nvSpPr>
        <p:spPr>
          <a:xfrm>
            <a:off x="1249281" y="4464991"/>
            <a:ext cx="4846719" cy="70223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7887B9-A762-1F35-3C93-C811BE80ADA6}"/>
              </a:ext>
            </a:extLst>
          </p:cNvPr>
          <p:cNvSpPr/>
          <p:nvPr/>
        </p:nvSpPr>
        <p:spPr>
          <a:xfrm>
            <a:off x="1249281" y="3561347"/>
            <a:ext cx="940466" cy="49497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561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D049-10B9-7572-4E24-60E85AF3B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C120BB-A08B-FEC6-CC63-D5F0DAE1A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03" y="1815241"/>
            <a:ext cx="9792329" cy="48568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85C90A7-40AA-9A0E-71A2-7CBF930945BC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4ABA2E9-23AD-B9D4-A5BA-945BB6774DF6}"/>
              </a:ext>
            </a:extLst>
          </p:cNvPr>
          <p:cNvGrpSpPr/>
          <p:nvPr/>
        </p:nvGrpSpPr>
        <p:grpSpPr>
          <a:xfrm>
            <a:off x="152398" y="523220"/>
            <a:ext cx="11887202" cy="830997"/>
            <a:chOff x="228597" y="527685"/>
            <a:chExt cx="11544303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2084AD-39AA-7310-854A-824BDCF07975}"/>
                </a:ext>
              </a:extLst>
            </p:cNvPr>
            <p:cNvSpPr txBox="1"/>
            <p:nvPr/>
          </p:nvSpPr>
          <p:spPr>
            <a:xfrm>
              <a:off x="228597" y="527685"/>
              <a:ext cx="41196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1:การสร้างเอกสารรายงานขนส่ง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8B4115F-5258-39E3-78F2-D09238F26A2F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4348280" y="763280"/>
              <a:ext cx="7424620" cy="26016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8F2DAC0-D1DC-60FA-6D94-DAB1ED33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7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1EFD3B25-49FF-DD2C-8471-2D12C005369C}"/>
              </a:ext>
            </a:extLst>
          </p:cNvPr>
          <p:cNvSpPr/>
          <p:nvPr/>
        </p:nvSpPr>
        <p:spPr>
          <a:xfrm>
            <a:off x="935603" y="936179"/>
            <a:ext cx="9968186" cy="726933"/>
          </a:xfrm>
          <a:prstGeom prst="wedgeRectCallout">
            <a:avLst>
              <a:gd name="adj1" fmla="val -23519"/>
              <a:gd name="adj2" fmla="val 4865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1.5 ตารางตรวจสอบสภาพพาหนะ ให้เลือกว่าผ่านเกณฑ์หรือไม่ สามารถเขียนหมายเหตุด้านข้างได้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193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EA651-2DC8-1AE7-FA7B-512D933EE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D84DCB5-D52A-D90A-B883-009DCEE5059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11046D-8482-E6B9-2A6C-702C7AE34801}"/>
              </a:ext>
            </a:extLst>
          </p:cNvPr>
          <p:cNvGrpSpPr/>
          <p:nvPr/>
        </p:nvGrpSpPr>
        <p:grpSpPr>
          <a:xfrm>
            <a:off x="152398" y="523220"/>
            <a:ext cx="11887202" cy="830997"/>
            <a:chOff x="228597" y="527685"/>
            <a:chExt cx="11544303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C8ADBC-200D-E4DA-05EA-36D323411639}"/>
                </a:ext>
              </a:extLst>
            </p:cNvPr>
            <p:cNvSpPr txBox="1"/>
            <p:nvPr/>
          </p:nvSpPr>
          <p:spPr>
            <a:xfrm>
              <a:off x="228597" y="527685"/>
              <a:ext cx="41196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1:การสร้างเอกสารรายงานขนส่ง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375C70B-DE1B-7E8A-ACEE-43DB5FE1C36A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4348280" y="763280"/>
              <a:ext cx="7424620" cy="26016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CB31369-D53B-7EA4-CD98-6C6B0B97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8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09C509BF-1891-6556-C679-1A57428801B6}"/>
              </a:ext>
            </a:extLst>
          </p:cNvPr>
          <p:cNvSpPr/>
          <p:nvPr/>
        </p:nvSpPr>
        <p:spPr>
          <a:xfrm>
            <a:off x="618574" y="1152312"/>
            <a:ext cx="4469474" cy="991995"/>
          </a:xfrm>
          <a:prstGeom prst="wedgeRectCallout">
            <a:avLst>
              <a:gd name="adj1" fmla="val 57497"/>
              <a:gd name="adj2" fmla="val 2647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1.6 ที่ตารางรายการขนส่งให้กด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“Add”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แล้วกรอกเลข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Invoice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แล้วกด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ENTER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บนคีย์บอร์ด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1C71B5-0441-C69A-338B-A23874673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754" y="932623"/>
            <a:ext cx="5787088" cy="15078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C2B877-D38E-8EF7-6DB2-44A582B18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8" y="2595004"/>
            <a:ext cx="5641106" cy="16286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CC5AE377-5B7A-D4C3-6B65-1AE9F538B28C}"/>
              </a:ext>
            </a:extLst>
          </p:cNvPr>
          <p:cNvSpPr/>
          <p:nvPr/>
        </p:nvSpPr>
        <p:spPr>
          <a:xfrm>
            <a:off x="6398498" y="2919974"/>
            <a:ext cx="4750174" cy="953568"/>
          </a:xfrm>
          <a:prstGeom prst="wedgeRectCallout">
            <a:avLst>
              <a:gd name="adj1" fmla="val -58887"/>
              <a:gd name="adj2" fmla="val -2060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1.7 จะมี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Pop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up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แสดงตารางรายการมากด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เลือก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รายการที่หาเจอ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ถ้าไม่เจอจะขึ้น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ไม่พบรายการใน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SAP”</a:t>
            </a:r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15D4F6-C1DE-8626-79C1-3F80B7D9A1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673" y="4350716"/>
            <a:ext cx="6985849" cy="11450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27F1BB33-9284-1815-3D4A-EF9FF9C5CFEF}"/>
              </a:ext>
            </a:extLst>
          </p:cNvPr>
          <p:cNvSpPr/>
          <p:nvPr/>
        </p:nvSpPr>
        <p:spPr>
          <a:xfrm>
            <a:off x="1225338" y="4487705"/>
            <a:ext cx="3255946" cy="871054"/>
          </a:xfrm>
          <a:prstGeom prst="wedgeRectCallout">
            <a:avLst>
              <a:gd name="adj1" fmla="val 56893"/>
              <a:gd name="adj2" fmla="val -2287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1.8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ข้อมูลจะถูกนำมาแสดง แต่จำเป็นต้องกรอกในส่วนที่เว้นว่างไว้ให้ครบ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885ADF-4C63-FD81-91C6-55AB06A6B618}"/>
              </a:ext>
            </a:extLst>
          </p:cNvPr>
          <p:cNvSpPr/>
          <p:nvPr/>
        </p:nvSpPr>
        <p:spPr>
          <a:xfrm>
            <a:off x="6096000" y="1674361"/>
            <a:ext cx="685046" cy="57455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BF50E2-41F6-6B5D-7027-261C131078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829" y="5806996"/>
            <a:ext cx="1265030" cy="9144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DC322F41-B59B-A4A2-70BE-56FF1A37C642}"/>
              </a:ext>
            </a:extLst>
          </p:cNvPr>
          <p:cNvSpPr/>
          <p:nvPr/>
        </p:nvSpPr>
        <p:spPr>
          <a:xfrm>
            <a:off x="5631754" y="5783834"/>
            <a:ext cx="3255946" cy="871054"/>
          </a:xfrm>
          <a:prstGeom prst="wedgeRectCallout">
            <a:avLst>
              <a:gd name="adj1" fmla="val -64619"/>
              <a:gd name="adj2" fmla="val -936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1.9 กด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บันทึก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ที่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“Line template”</a:t>
            </a:r>
          </a:p>
        </p:txBody>
      </p:sp>
    </p:spTree>
    <p:extLst>
      <p:ext uri="{BB962C8B-B14F-4D97-AF65-F5344CB8AC3E}">
        <p14:creationId xmlns:p14="http://schemas.microsoft.com/office/powerpoint/2010/main" val="3122022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F0626-56D8-82BF-20AC-B13BA1A46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2EF18EB-D353-1589-D1D6-B495C1092E1C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CBACC3-C481-CF20-FE39-B7F7AB12BDB5}"/>
              </a:ext>
            </a:extLst>
          </p:cNvPr>
          <p:cNvGrpSpPr/>
          <p:nvPr/>
        </p:nvGrpSpPr>
        <p:grpSpPr>
          <a:xfrm>
            <a:off x="152398" y="523220"/>
            <a:ext cx="11887202" cy="830997"/>
            <a:chOff x="228597" y="527685"/>
            <a:chExt cx="11544303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62B909-4979-EBAD-B625-E38E4DAA09E9}"/>
                </a:ext>
              </a:extLst>
            </p:cNvPr>
            <p:cNvSpPr txBox="1"/>
            <p:nvPr/>
          </p:nvSpPr>
          <p:spPr>
            <a:xfrm>
              <a:off x="228597" y="527685"/>
              <a:ext cx="41196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1:การสร้างเอกสารรายงานขนส่ง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EC42FB2-84C0-21A6-61A6-F4AF1613BD3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4348280" y="763280"/>
              <a:ext cx="7424620" cy="26016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A2DFA42-EA6E-99CA-E20D-2D14555E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9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E8A9F830-3B32-FDFC-B217-C4A707EB1802}"/>
              </a:ext>
            </a:extLst>
          </p:cNvPr>
          <p:cNvSpPr/>
          <p:nvPr/>
        </p:nvSpPr>
        <p:spPr>
          <a:xfrm>
            <a:off x="935603" y="936179"/>
            <a:ext cx="9968186" cy="726933"/>
          </a:xfrm>
          <a:prstGeom prst="wedgeRectCallout">
            <a:avLst>
              <a:gd name="adj1" fmla="val -23519"/>
              <a:gd name="adj2" fmla="val 4865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1.10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สามารถดูไฟล์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PDF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ได้ด้วยปุ่ม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พิมพ์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</a:p>
        </p:txBody>
      </p:sp>
      <p:pic>
        <p:nvPicPr>
          <p:cNvPr id="4" name="Picture 3" descr="A screenshot of a document&#10;&#10;AI-generated content may be incorrect.">
            <a:extLst>
              <a:ext uri="{FF2B5EF4-FFF2-40B4-BE49-F238E27FC236}">
                <a16:creationId xmlns:a16="http://schemas.microsoft.com/office/drawing/2014/main" id="{5655AAAA-6FB8-A45A-F529-77E66273E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420" y="1814460"/>
            <a:ext cx="3461076" cy="49255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C9BE79-BB6A-2368-AE34-8948A753A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284" y="3579163"/>
            <a:ext cx="2568163" cy="8611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04B3A059-1D77-964A-04DC-B25CB60ECD7B}"/>
              </a:ext>
            </a:extLst>
          </p:cNvPr>
          <p:cNvSpPr/>
          <p:nvPr/>
        </p:nvSpPr>
        <p:spPr>
          <a:xfrm>
            <a:off x="5013438" y="3753056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5FA5BF-C944-5968-E8CC-140E03D11535}"/>
              </a:ext>
            </a:extLst>
          </p:cNvPr>
          <p:cNvSpPr/>
          <p:nvPr/>
        </p:nvSpPr>
        <p:spPr>
          <a:xfrm>
            <a:off x="2963501" y="3579163"/>
            <a:ext cx="685046" cy="86113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257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2. การอนุมัติ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6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8F585-A027-911C-1779-F5EF7C992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65E3E2-581C-6071-6E2A-7DFDD6E84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930806"/>
            <a:ext cx="3238781" cy="13107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A4697F7-AAE9-EF8D-DF37-CF5A87342C67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BF56C36-F673-DB4C-06A0-9D4456A0A387}"/>
              </a:ext>
            </a:extLst>
          </p:cNvPr>
          <p:cNvGrpSpPr/>
          <p:nvPr/>
        </p:nvGrpSpPr>
        <p:grpSpPr>
          <a:xfrm>
            <a:off x="152399" y="523220"/>
            <a:ext cx="11887201" cy="830997"/>
            <a:chOff x="228598" y="527685"/>
            <a:chExt cx="11544302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66651B-E726-5CE8-833C-CDFC894EA8DA}"/>
                </a:ext>
              </a:extLst>
            </p:cNvPr>
            <p:cNvSpPr txBox="1"/>
            <p:nvPr/>
          </p:nvSpPr>
          <p:spPr>
            <a:xfrm>
              <a:off x="228598" y="527685"/>
              <a:ext cx="257687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2</a:t>
              </a:r>
              <a:r>
                <a:rPr lang="en-US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: </a:t>
              </a:r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การอนุมัติ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514BA27-0524-2A17-4FE0-22733062681A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805477" y="750436"/>
              <a:ext cx="8967423" cy="12844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9016CE5-1F5A-A6AE-E670-9E0A79C7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11</a:t>
            </a:fld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48890154-A380-05C7-D2EF-01648F380B7D}"/>
              </a:ext>
            </a:extLst>
          </p:cNvPr>
          <p:cNvSpPr/>
          <p:nvPr/>
        </p:nvSpPr>
        <p:spPr>
          <a:xfrm>
            <a:off x="3137522" y="1024070"/>
            <a:ext cx="4949644" cy="1124226"/>
          </a:xfrm>
          <a:prstGeom prst="wedgeRectCallout">
            <a:avLst>
              <a:gd name="adj1" fmla="val 55837"/>
              <a:gd name="adj2" fmla="val -2002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2.1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กดโปรไฟล์เราที่ด้านขวาบน และกด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ลายเซ็น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9531B4-9156-93B3-B5FB-2CED46C808CA}"/>
              </a:ext>
            </a:extLst>
          </p:cNvPr>
          <p:cNvSpPr/>
          <p:nvPr/>
        </p:nvSpPr>
        <p:spPr>
          <a:xfrm flipV="1">
            <a:off x="10146671" y="930805"/>
            <a:ext cx="1892929" cy="83099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36454F5C-FF26-7067-21C6-1DC61D8FD531}"/>
              </a:ext>
            </a:extLst>
          </p:cNvPr>
          <p:cNvSpPr/>
          <p:nvPr/>
        </p:nvSpPr>
        <p:spPr>
          <a:xfrm>
            <a:off x="5759134" y="3585479"/>
            <a:ext cx="5334001" cy="1124226"/>
          </a:xfrm>
          <a:prstGeom prst="wedgeRectCallout">
            <a:avLst>
              <a:gd name="adj1" fmla="val -53836"/>
              <a:gd name="adj2" fmla="val -1921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2.2 เซ็นลายเซ็นบนช่องว่างด้านบนและกด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บันทึก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C409FC-74DA-7E51-9A09-9D9FA82FE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314" y="2618459"/>
            <a:ext cx="3178591" cy="392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71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A6F63-386D-B833-C424-66004AE65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A668DA-98F5-F009-4470-42B4AA48E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004240"/>
            <a:ext cx="5334001" cy="25037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610DF37-93FA-8AF9-1A76-A17BCE47B096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4599E09-164A-026C-7D30-DDB08FD5ABD2}"/>
              </a:ext>
            </a:extLst>
          </p:cNvPr>
          <p:cNvGrpSpPr/>
          <p:nvPr/>
        </p:nvGrpSpPr>
        <p:grpSpPr>
          <a:xfrm>
            <a:off x="152399" y="523220"/>
            <a:ext cx="11887201" cy="830997"/>
            <a:chOff x="228598" y="527685"/>
            <a:chExt cx="11544302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C853A6-11E7-F388-235F-3946409F94C2}"/>
                </a:ext>
              </a:extLst>
            </p:cNvPr>
            <p:cNvSpPr txBox="1"/>
            <p:nvPr/>
          </p:nvSpPr>
          <p:spPr>
            <a:xfrm>
              <a:off x="228598" y="527685"/>
              <a:ext cx="257687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2</a:t>
              </a:r>
              <a:r>
                <a:rPr lang="en-US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: </a:t>
              </a:r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การอนุมัติ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65AD52A-F113-0379-6692-4C2F0FE6EB54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805477" y="750436"/>
              <a:ext cx="8967423" cy="12844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5049FBC-B1BC-BC9B-2A38-543D03080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12</a:t>
            </a:fld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C175C5B9-D2CD-7F74-9588-7BFC73B62300}"/>
              </a:ext>
            </a:extLst>
          </p:cNvPr>
          <p:cNvSpPr/>
          <p:nvPr/>
        </p:nvSpPr>
        <p:spPr>
          <a:xfrm>
            <a:off x="6436598" y="1354217"/>
            <a:ext cx="4949644" cy="1483014"/>
          </a:xfrm>
          <a:prstGeom prst="wedgeRectCallout">
            <a:avLst>
              <a:gd name="adj1" fmla="val -56654"/>
              <a:gd name="adj2" fmla="val -1921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2.3 ที่หน้าเอกสารที่เราจะอนุมัติ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เลือกสถานะเอกสารเป็น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********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กำลังดำเนินการ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********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6E12678-D6C8-3B7F-E861-B24615053C13}"/>
              </a:ext>
            </a:extLst>
          </p:cNvPr>
          <p:cNvSpPr/>
          <p:nvPr/>
        </p:nvSpPr>
        <p:spPr>
          <a:xfrm rot="1377520">
            <a:off x="5805417" y="3172326"/>
            <a:ext cx="833059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4DEA6F-8D02-3DD5-0A00-E2FE033FCA4D}"/>
              </a:ext>
            </a:extLst>
          </p:cNvPr>
          <p:cNvSpPr/>
          <p:nvPr/>
        </p:nvSpPr>
        <p:spPr>
          <a:xfrm flipV="1">
            <a:off x="152399" y="2435823"/>
            <a:ext cx="5334001" cy="41425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E407F344-3CB9-677A-39E5-9E4112A4B3EB}"/>
              </a:ext>
            </a:extLst>
          </p:cNvPr>
          <p:cNvSpPr/>
          <p:nvPr/>
        </p:nvSpPr>
        <p:spPr>
          <a:xfrm>
            <a:off x="152399" y="4601882"/>
            <a:ext cx="5334001" cy="1124226"/>
          </a:xfrm>
          <a:prstGeom prst="wedgeRectCallout">
            <a:avLst>
              <a:gd name="adj1" fmla="val 55020"/>
              <a:gd name="adj2" fmla="val -2328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2.4 เลื่อนลงมาล่างสุดเพื่อกด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รับทราบ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endParaRPr lang="th-TH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D8B65E-623F-A25D-AC50-E3A49D49D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15" y="3938830"/>
            <a:ext cx="6067957" cy="22246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433161E-CC63-264C-90EA-CB55806B6B4B}"/>
              </a:ext>
            </a:extLst>
          </p:cNvPr>
          <p:cNvSpPr/>
          <p:nvPr/>
        </p:nvSpPr>
        <p:spPr>
          <a:xfrm flipV="1">
            <a:off x="7796493" y="4491789"/>
            <a:ext cx="2229854" cy="34128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10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3. การดูประวัติเอกสารและ </a:t>
              </a:r>
              <a:r>
                <a:rPr lang="en-US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Export Excel</a:t>
              </a:r>
              <a:endParaRPr lang="th-TH" sz="60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68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4E5C-E735-0B66-17E8-00E43572E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790CA97-7100-D335-544B-5FFDE4820719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5DEEBD-8079-1784-205F-F4DD5D5FE56E}"/>
              </a:ext>
            </a:extLst>
          </p:cNvPr>
          <p:cNvGrpSpPr/>
          <p:nvPr/>
        </p:nvGrpSpPr>
        <p:grpSpPr>
          <a:xfrm>
            <a:off x="152399" y="523220"/>
            <a:ext cx="11887201" cy="830997"/>
            <a:chOff x="228598" y="527685"/>
            <a:chExt cx="11544302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60AF0F-6427-BFF5-567D-FAF1146A731D}"/>
                </a:ext>
              </a:extLst>
            </p:cNvPr>
            <p:cNvSpPr txBox="1"/>
            <p:nvPr/>
          </p:nvSpPr>
          <p:spPr>
            <a:xfrm>
              <a:off x="228598" y="527685"/>
              <a:ext cx="370009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3: การดูประวัติเอกสาร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07B9277-C8BC-6267-55FF-E09DD84F8604}"/>
                </a:ext>
              </a:extLst>
            </p:cNvPr>
            <p:cNvCxnSpPr>
              <a:cxnSpLocks/>
            </p:cNvCxnSpPr>
            <p:nvPr/>
          </p:nvCxnSpPr>
          <p:spPr>
            <a:xfrm>
              <a:off x="3726164" y="763280"/>
              <a:ext cx="8046736" cy="0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492A3A-1B49-8DBF-1A98-5979E5784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14</a:t>
            </a:fld>
            <a:endParaRPr lang="en-US"/>
          </a:p>
        </p:txBody>
      </p:sp>
      <p:pic>
        <p:nvPicPr>
          <p:cNvPr id="17" name="Picture 16" descr="A screenshot of a phone&#10;&#10;AI-generated content may be incorrect.">
            <a:extLst>
              <a:ext uri="{FF2B5EF4-FFF2-40B4-BE49-F238E27FC236}">
                <a16:creationId xmlns:a16="http://schemas.microsoft.com/office/drawing/2014/main" id="{1E51FDB2-474D-8A9E-A2D1-C4D481D64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8" y="2812590"/>
            <a:ext cx="2042337" cy="2194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F7850E1A-36F2-D83C-B477-12303CDF2E79}"/>
              </a:ext>
            </a:extLst>
          </p:cNvPr>
          <p:cNvSpPr/>
          <p:nvPr/>
        </p:nvSpPr>
        <p:spPr>
          <a:xfrm>
            <a:off x="2302466" y="3718710"/>
            <a:ext cx="714617" cy="382510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619F8CE7-896E-0249-A70B-E8B9F42C1134}"/>
              </a:ext>
            </a:extLst>
          </p:cNvPr>
          <p:cNvSpPr/>
          <p:nvPr/>
        </p:nvSpPr>
        <p:spPr>
          <a:xfrm>
            <a:off x="792480" y="1046440"/>
            <a:ext cx="10607040" cy="883121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3.1 เข้าใช้งานเมนูในแผนก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“WARE HOUSE”  &gt;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เลือกกลุ่มเมนู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รายงานขนส่ง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&gt;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เลือกเมนู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ประวัติการขนส่ง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7257C1-E3DC-C8B0-CABB-B1A682E5C0C0}"/>
              </a:ext>
            </a:extLst>
          </p:cNvPr>
          <p:cNvSpPr/>
          <p:nvPr/>
        </p:nvSpPr>
        <p:spPr>
          <a:xfrm>
            <a:off x="435567" y="3930423"/>
            <a:ext cx="1393794" cy="34159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CE3338-2A98-787D-7E66-824860808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814" y="2133879"/>
            <a:ext cx="8768736" cy="42762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71515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80A76-B526-E557-315A-B6FA34C1D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8DDD6F-CC39-5B3F-61BF-25995A9AC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380" y="3474017"/>
            <a:ext cx="9269240" cy="13136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A699D08-30C9-C2A9-36DB-85AA37F7D5DB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3EA029-7067-63FE-9242-A48EC9DC142E}"/>
              </a:ext>
            </a:extLst>
          </p:cNvPr>
          <p:cNvCxnSpPr>
            <a:cxnSpLocks/>
          </p:cNvCxnSpPr>
          <p:nvPr/>
        </p:nvCxnSpPr>
        <p:spPr>
          <a:xfrm>
            <a:off x="3721768" y="758815"/>
            <a:ext cx="8317832" cy="0"/>
          </a:xfrm>
          <a:prstGeom prst="line">
            <a:avLst/>
          </a:prstGeom>
          <a:ln w="38100" cmpd="thinThick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36CBC70-2DFA-07A2-3042-30FA1A6D9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15</a:t>
            </a:fld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33A37797-49AF-7E6C-22C2-BB08B919933C}"/>
              </a:ext>
            </a:extLst>
          </p:cNvPr>
          <p:cNvSpPr/>
          <p:nvPr/>
        </p:nvSpPr>
        <p:spPr>
          <a:xfrm>
            <a:off x="792480" y="1690764"/>
            <a:ext cx="10607040" cy="1313662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3.2 สามารถระยะเวลาที่สร้างเอกสารและสถานะเอกสาร แล้วกดปุ่ม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“Search”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โดยปกติจะ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Default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ไว้ที่เดือนนั้นๆ*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BF88C7-84AE-88D1-5DA2-35D154ECD784}"/>
              </a:ext>
            </a:extLst>
          </p:cNvPr>
          <p:cNvSpPr/>
          <p:nvPr/>
        </p:nvSpPr>
        <p:spPr>
          <a:xfrm>
            <a:off x="9982200" y="3943608"/>
            <a:ext cx="741384" cy="37448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71E0D2-215A-EB30-14D6-C5BC0F4D914F}"/>
              </a:ext>
            </a:extLst>
          </p:cNvPr>
          <p:cNvSpPr txBox="1"/>
          <p:nvPr/>
        </p:nvSpPr>
        <p:spPr>
          <a:xfrm>
            <a:off x="152399" y="523220"/>
            <a:ext cx="3810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ขั้นตอนที่ 3: การดูประวัติเอกสาร</a:t>
            </a:r>
          </a:p>
          <a:p>
            <a:endParaRPr lang="th-TH" sz="2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47956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16A8-7DD7-95C3-0534-6B9E8F1C9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459904-1DFD-41D1-497E-34398A5A7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40" y="2450941"/>
            <a:ext cx="10165680" cy="38129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A3CF431-1F18-75DA-8306-718BCDB7112C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4D2CD7D-330D-DCEB-CCD3-74BA28F7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16</a:t>
            </a:fld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8AC17C60-2905-7C93-B58A-E02CA10C621B}"/>
              </a:ext>
            </a:extLst>
          </p:cNvPr>
          <p:cNvSpPr/>
          <p:nvPr/>
        </p:nvSpPr>
        <p:spPr>
          <a:xfrm>
            <a:off x="746760" y="932981"/>
            <a:ext cx="10607040" cy="1313662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3.3 เมื่อกรอกการค้นหาจากด้านบนเสร็จ จะสามารถค้นหาและเรียงรายการต่างได้ที่ ตารางด้านล่าง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คอร์ลัม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เกี่ยวกับคุณ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แสดงรายการที่เราอยู่ใน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Flow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ผู้อนุมัติของเอกสารนั้นรึป่าว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CA2028-1561-8F67-5BFA-73A53686BB14}"/>
              </a:ext>
            </a:extLst>
          </p:cNvPr>
          <p:cNvSpPr/>
          <p:nvPr/>
        </p:nvSpPr>
        <p:spPr>
          <a:xfrm>
            <a:off x="3476171" y="2450942"/>
            <a:ext cx="1127913" cy="381291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6C02AB-92C0-3B3A-1214-44DC6A9B865B}"/>
              </a:ext>
            </a:extLst>
          </p:cNvPr>
          <p:cNvCxnSpPr>
            <a:cxnSpLocks/>
          </p:cNvCxnSpPr>
          <p:nvPr/>
        </p:nvCxnSpPr>
        <p:spPr>
          <a:xfrm>
            <a:off x="3721768" y="758815"/>
            <a:ext cx="8317832" cy="0"/>
          </a:xfrm>
          <a:prstGeom prst="line">
            <a:avLst/>
          </a:prstGeom>
          <a:ln w="38100" cmpd="thinThick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A8784C-2443-81C4-ECD2-0FDB9603EC18}"/>
              </a:ext>
            </a:extLst>
          </p:cNvPr>
          <p:cNvSpPr txBox="1"/>
          <p:nvPr/>
        </p:nvSpPr>
        <p:spPr>
          <a:xfrm>
            <a:off x="152399" y="523220"/>
            <a:ext cx="3810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ขั้นตอนที่ 3: การดูประวัติเอกสาร</a:t>
            </a:r>
          </a:p>
          <a:p>
            <a:endParaRPr lang="th-TH" sz="2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67999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17212-7CE8-DA02-22DB-136DBFCF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264348-D578-1FDC-2501-19F907E98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201" y="1021274"/>
            <a:ext cx="4733453" cy="838841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C4ADD0-E2BD-B340-E740-78FFDCAD1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356" y="2345342"/>
            <a:ext cx="8930489" cy="39304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672E85C-CD1C-41F2-B5EA-917D2C85EECA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EE565A8-DA4E-0A7C-D6CC-E365BD7F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17</a:t>
            </a:fld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9984330C-DBC5-49A0-F061-6407B4461998}"/>
              </a:ext>
            </a:extLst>
          </p:cNvPr>
          <p:cNvSpPr/>
          <p:nvPr/>
        </p:nvSpPr>
        <p:spPr>
          <a:xfrm>
            <a:off x="746760" y="932981"/>
            <a:ext cx="5862270" cy="1150460"/>
          </a:xfrm>
          <a:prstGeom prst="wedgeRectCallout">
            <a:avLst>
              <a:gd name="adj1" fmla="val 56084"/>
              <a:gd name="adj2" fmla="val -1921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3.4 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ดู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เพื่อลิ้งไปยังหน้าเอกสารนั้นๆ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9BD40D-C742-8CFA-DF8C-69713498B99D}"/>
              </a:ext>
            </a:extLst>
          </p:cNvPr>
          <p:cNvSpPr/>
          <p:nvPr/>
        </p:nvSpPr>
        <p:spPr>
          <a:xfrm flipV="1">
            <a:off x="7203392" y="1046441"/>
            <a:ext cx="854192" cy="78850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7D59D93-9AED-B759-9ED5-27AACE3E00F6}"/>
              </a:ext>
            </a:extLst>
          </p:cNvPr>
          <p:cNvSpPr/>
          <p:nvPr/>
        </p:nvSpPr>
        <p:spPr>
          <a:xfrm>
            <a:off x="1168887" y="3934126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618ABC-DED3-4537-F7C8-6D886F7F436F}"/>
              </a:ext>
            </a:extLst>
          </p:cNvPr>
          <p:cNvCxnSpPr>
            <a:cxnSpLocks/>
          </p:cNvCxnSpPr>
          <p:nvPr/>
        </p:nvCxnSpPr>
        <p:spPr>
          <a:xfrm>
            <a:off x="3721768" y="758815"/>
            <a:ext cx="8317832" cy="0"/>
          </a:xfrm>
          <a:prstGeom prst="line">
            <a:avLst/>
          </a:prstGeom>
          <a:ln w="38100" cmpd="thinThick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9983832-E4B3-9CED-71E9-F87746440F60}"/>
              </a:ext>
            </a:extLst>
          </p:cNvPr>
          <p:cNvSpPr txBox="1"/>
          <p:nvPr/>
        </p:nvSpPr>
        <p:spPr>
          <a:xfrm>
            <a:off x="152399" y="523220"/>
            <a:ext cx="3810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ขั้นตอนที่ 3: การดูประวัติเอกสาร</a:t>
            </a:r>
          </a:p>
          <a:p>
            <a:endParaRPr lang="th-TH" sz="2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28252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E122A-5946-F7F4-F6BE-2D7A38F5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F3B8BB-008C-8815-E59C-0A27CD883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201" y="1021274"/>
            <a:ext cx="4733453" cy="83884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44BE0F5-72A6-3901-7395-83CE6EEFB91F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85672EB-1C88-04A4-0B0A-3FAADEC4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18</a:t>
            </a:fld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09A7222B-BD70-A4FF-7B6A-F7E0B901CA64}"/>
              </a:ext>
            </a:extLst>
          </p:cNvPr>
          <p:cNvSpPr/>
          <p:nvPr/>
        </p:nvSpPr>
        <p:spPr>
          <a:xfrm>
            <a:off x="746760" y="932981"/>
            <a:ext cx="5862270" cy="1150460"/>
          </a:xfrm>
          <a:prstGeom prst="wedgeRectCallout">
            <a:avLst>
              <a:gd name="adj1" fmla="val 56084"/>
              <a:gd name="adj2" fmla="val -1921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3.5 กด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พิมพ์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เพื่อแสดงหน้า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PDF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นั้นๆ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2D5B12-1100-1AA7-106B-49E3F9BBC575}"/>
              </a:ext>
            </a:extLst>
          </p:cNvPr>
          <p:cNvSpPr/>
          <p:nvPr/>
        </p:nvSpPr>
        <p:spPr>
          <a:xfrm flipH="1" flipV="1">
            <a:off x="8224317" y="1046439"/>
            <a:ext cx="1280629" cy="78850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A5E7F36-D1A6-AC5C-DC29-8EEAC9935F7A}"/>
              </a:ext>
            </a:extLst>
          </p:cNvPr>
          <p:cNvSpPr/>
          <p:nvPr/>
        </p:nvSpPr>
        <p:spPr>
          <a:xfrm>
            <a:off x="1168887" y="3934126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pic>
        <p:nvPicPr>
          <p:cNvPr id="4" name="Picture 3" descr="A screenshot of a document&#10;&#10;AI-generated content may be incorrect.">
            <a:extLst>
              <a:ext uri="{FF2B5EF4-FFF2-40B4-BE49-F238E27FC236}">
                <a16:creationId xmlns:a16="http://schemas.microsoft.com/office/drawing/2014/main" id="{C5F8B93E-4A49-AE8A-BE04-62D515AE6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131" y="2469105"/>
            <a:ext cx="2859737" cy="40698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630DA9-ED2F-B27C-31FC-979E7AB1ACBC}"/>
              </a:ext>
            </a:extLst>
          </p:cNvPr>
          <p:cNvCxnSpPr>
            <a:cxnSpLocks/>
          </p:cNvCxnSpPr>
          <p:nvPr/>
        </p:nvCxnSpPr>
        <p:spPr>
          <a:xfrm>
            <a:off x="3721768" y="758815"/>
            <a:ext cx="8317832" cy="0"/>
          </a:xfrm>
          <a:prstGeom prst="line">
            <a:avLst/>
          </a:prstGeom>
          <a:ln w="38100" cmpd="thinThick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E1E9A8-D1DA-0452-819E-E3223EFB6791}"/>
              </a:ext>
            </a:extLst>
          </p:cNvPr>
          <p:cNvSpPr txBox="1"/>
          <p:nvPr/>
        </p:nvSpPr>
        <p:spPr>
          <a:xfrm>
            <a:off x="152399" y="523220"/>
            <a:ext cx="3810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ขั้นตอนที่ 3: การดูประวัติเอกสาร</a:t>
            </a:r>
          </a:p>
          <a:p>
            <a:endParaRPr lang="th-TH" sz="2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05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15C46-62C7-3257-605E-31F676A72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DDE2D7-C7EF-397A-6775-912EFD6A3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201" y="1021274"/>
            <a:ext cx="4733453" cy="83884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CCFD717-F20C-F57C-DEA9-1ADA631C18DB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5994F0-DC2B-ACD7-F6E9-EA1AB6F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19</a:t>
            </a:fld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2109D874-9C6E-8810-0D85-D66EC164B463}"/>
              </a:ext>
            </a:extLst>
          </p:cNvPr>
          <p:cNvSpPr/>
          <p:nvPr/>
        </p:nvSpPr>
        <p:spPr>
          <a:xfrm>
            <a:off x="746760" y="932981"/>
            <a:ext cx="5862270" cy="1150460"/>
          </a:xfrm>
          <a:prstGeom prst="wedgeRectCallout">
            <a:avLst>
              <a:gd name="adj1" fmla="val 56084"/>
              <a:gd name="adj2" fmla="val -1921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3.7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ค้างรับทราบ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เพื่อดูว่าในรายชื่อเรากดรับทราบแล้วรึยัง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EE4748-5005-B4BB-ABC9-3ADA66B3E3F6}"/>
              </a:ext>
            </a:extLst>
          </p:cNvPr>
          <p:cNvSpPr/>
          <p:nvPr/>
        </p:nvSpPr>
        <p:spPr>
          <a:xfrm flipH="1" flipV="1">
            <a:off x="9553074" y="1046438"/>
            <a:ext cx="2311579" cy="78850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96C7B44-8105-2A5D-83C2-0B10A18A364D}"/>
              </a:ext>
            </a:extLst>
          </p:cNvPr>
          <p:cNvSpPr/>
          <p:nvPr/>
        </p:nvSpPr>
        <p:spPr>
          <a:xfrm>
            <a:off x="1168887" y="3934126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44EC5B-1D03-3719-3767-D6CDD195A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1" y="2231590"/>
            <a:ext cx="4944679" cy="45464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BB0CE1-4A19-FA1E-85B9-3099D8C391B6}"/>
              </a:ext>
            </a:extLst>
          </p:cNvPr>
          <p:cNvCxnSpPr>
            <a:cxnSpLocks/>
          </p:cNvCxnSpPr>
          <p:nvPr/>
        </p:nvCxnSpPr>
        <p:spPr>
          <a:xfrm>
            <a:off x="3721768" y="758815"/>
            <a:ext cx="8317832" cy="0"/>
          </a:xfrm>
          <a:prstGeom prst="line">
            <a:avLst/>
          </a:prstGeom>
          <a:ln w="38100" cmpd="thinThick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D348F4-12BE-0994-1716-834018FDC840}"/>
              </a:ext>
            </a:extLst>
          </p:cNvPr>
          <p:cNvSpPr txBox="1"/>
          <p:nvPr/>
        </p:nvSpPr>
        <p:spPr>
          <a:xfrm>
            <a:off x="152399" y="523220"/>
            <a:ext cx="3810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ขั้นตอนที่ 3: การดูประวัติเอกสาร</a:t>
            </a:r>
          </a:p>
          <a:p>
            <a:endParaRPr lang="th-TH" sz="2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86229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</TotalTime>
  <Words>834</Words>
  <Application>Microsoft Office PowerPoint</Application>
  <PresentationFormat>Widescreen</PresentationFormat>
  <Paragraphs>109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Angsana New</vt:lpstr>
      <vt:lpstr>AngsanaUPC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Isara Ownsuntea</dc:creator>
  <cp:lastModifiedBy>Kittanun Apisitamorn</cp:lastModifiedBy>
  <cp:revision>278</cp:revision>
  <cp:lastPrinted>2024-05-15T07:29:50Z</cp:lastPrinted>
  <dcterms:created xsi:type="dcterms:W3CDTF">2023-12-26T02:33:08Z</dcterms:created>
  <dcterms:modified xsi:type="dcterms:W3CDTF">2025-11-10T09:46:32Z</dcterms:modified>
</cp:coreProperties>
</file>
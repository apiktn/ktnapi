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3DF2-8E2F-4B7C-8661-6DEDA1B53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FA391-800D-4CDF-969C-39895A6BE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FA0FB-17ED-4FE0-876C-FFB722EC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66E48-4C7C-4797-A8EF-BF74F605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58F61-A8DA-407E-BC73-9517F8A5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4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BD28-9BBB-4B6F-8103-1C845233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AB1A2-AB18-4B34-A61F-0DDC3CEF0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2797-2A36-4C0B-9628-7EE0587C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28597-1401-413E-AADE-0F6B930E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E0FB-5C87-4803-BF72-08B810BE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8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36B2-917A-487D-91E6-F0D7B03B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08092-9A54-4E18-8003-B1C07AA12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4AD23-2B05-4790-A752-01779B79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D6EC-3139-4928-9E53-A313881E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8575-02FA-49A1-A886-33061DF9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DF83-79E1-4827-96CF-F4D450D1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6067-D3E4-403F-AEDD-20715F248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B46B6-C57F-43E0-B123-F17F57FCD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8E9C6-6EEA-4C11-86D2-9BE55831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01713-55C1-49A4-A48D-7C7FBC3A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15E49-7958-48C1-B181-0020F5C2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86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40C0-7D58-478B-BCC6-0C650A81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29E7-40FB-4490-A93E-6C1493779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D5A77-AAE0-4446-BB75-B46F0D8EF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62908-A97F-4B0A-86A7-ACB9DEA75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F7BEE-64DE-4ED8-B3AF-5C0D11F69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C8B3C-A6EF-4F0E-AB3F-3983F328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29FE3-658E-477E-AAF6-FC6A1115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A4DF6-C0E3-420A-8462-5E3694DF5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2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C9D3-557C-43CD-A260-56A3DB42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107C8-2E3E-4F17-989B-7F3B46CB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6093A-52B0-4B2C-B887-7014BBD0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A0A08-B1FE-4C87-8BAF-CF3FFB13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F25332-9EE3-4C88-9E79-0D7B2125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A57C6-29ED-4661-8AA7-2123352B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D748C-E641-4130-BC74-BD857B62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59C3-CB61-49CA-BD55-A2DFCE1E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F61C4-DF50-4A0F-8AAF-61187B9E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56A30-4168-4777-9F04-EC9B87C9E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10041-B4BF-475D-8DBF-C0616819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9F524-6FD2-4C95-BA29-0BF157A6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CCE24-8F7A-4508-B4B9-AE99846A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5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6079-3CB3-4EEA-AB39-FF97276E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96B06-BCF0-4F9E-9159-C1FB76903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C00F4-ABD2-476E-8B8D-772A19CC0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DDAE9-A94C-447C-B5E4-E3855D2C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9963-38AC-4588-B823-34BEAFF4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A8807-90B0-419E-AF12-742B6334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7A0D-5236-4475-94A7-2C948E43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2D0DA-D7B8-4E02-AD5E-D584B86C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F48B-59C9-462C-9235-2F33C1A8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09FAB-5081-48C4-9A7C-FEEF3C1B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B88AC-8DC4-452D-AD46-FBAA53C28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6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FEE58-2AD9-4C63-B26E-2EEE1C84E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EAD73-3686-45D8-BC45-F2F42B966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931B1-585C-4F24-B91E-101740C5D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3E64-2FBA-4981-AD59-61F1F5890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80CDC-5769-4B50-B5C6-295F649C1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6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410C9-57EC-4D83-B841-67A2EE7A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9F637-8AC3-42B3-AFA0-782C1706E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A3026-6881-44C7-B18E-2F981A3FF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0C76A-7544-467B-9A2B-E10160381EF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6AEA9-F166-4A24-ACA9-55CCCA0D1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E5E1C-FDB9-4999-BD3B-6D78468E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B3272-C407-4BE1-8977-EA0474D4A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4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73976C-7FFE-445B-9E17-6FA73BAC7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23" y="0"/>
            <a:ext cx="8230754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EDA54C8-7D32-426D-8A56-D03F74CFC859}"/>
              </a:ext>
            </a:extLst>
          </p:cNvPr>
          <p:cNvSpPr/>
          <p:nvPr/>
        </p:nvSpPr>
        <p:spPr>
          <a:xfrm>
            <a:off x="7070147" y="2905538"/>
            <a:ext cx="174928" cy="186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34781-90F3-4813-B226-8AA604D562A4}"/>
              </a:ext>
            </a:extLst>
          </p:cNvPr>
          <p:cNvSpPr/>
          <p:nvPr/>
        </p:nvSpPr>
        <p:spPr>
          <a:xfrm>
            <a:off x="4423800" y="631465"/>
            <a:ext cx="174928" cy="186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0F14A4-CEFB-484B-AE4C-52880712C33B}"/>
              </a:ext>
            </a:extLst>
          </p:cNvPr>
          <p:cNvSpPr/>
          <p:nvPr/>
        </p:nvSpPr>
        <p:spPr>
          <a:xfrm>
            <a:off x="8326453" y="1672425"/>
            <a:ext cx="174928" cy="186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927330-C504-4078-A529-BDF5EC55EB1E}"/>
              </a:ext>
            </a:extLst>
          </p:cNvPr>
          <p:cNvSpPr/>
          <p:nvPr/>
        </p:nvSpPr>
        <p:spPr>
          <a:xfrm>
            <a:off x="6721503" y="1673087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1C2775-B74F-4C0A-9B38-20074083FC71}"/>
              </a:ext>
            </a:extLst>
          </p:cNvPr>
          <p:cNvSpPr/>
          <p:nvPr/>
        </p:nvSpPr>
        <p:spPr>
          <a:xfrm>
            <a:off x="7875767" y="1409369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F7EE82-682B-407E-ABED-6212DBE4BCA2}"/>
              </a:ext>
            </a:extLst>
          </p:cNvPr>
          <p:cNvSpPr/>
          <p:nvPr/>
        </p:nvSpPr>
        <p:spPr>
          <a:xfrm>
            <a:off x="7875767" y="1985176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61B4D0-3A11-4FD5-AEB2-2AA019B4B7E5}"/>
              </a:ext>
            </a:extLst>
          </p:cNvPr>
          <p:cNvSpPr/>
          <p:nvPr/>
        </p:nvSpPr>
        <p:spPr>
          <a:xfrm>
            <a:off x="7342367" y="4664564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0866CF-33E1-4DF6-A779-692539A80269}"/>
              </a:ext>
            </a:extLst>
          </p:cNvPr>
          <p:cNvSpPr/>
          <p:nvPr/>
        </p:nvSpPr>
        <p:spPr>
          <a:xfrm>
            <a:off x="7342367" y="4248446"/>
            <a:ext cx="174928" cy="186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A8A3EB-1C3B-407B-B521-821FC7FA77AD}"/>
              </a:ext>
            </a:extLst>
          </p:cNvPr>
          <p:cNvSpPr txBox="1"/>
          <p:nvPr/>
        </p:nvSpPr>
        <p:spPr>
          <a:xfrm>
            <a:off x="7585545" y="415720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cs typeface="+mj-cs"/>
              </a:rPr>
              <a:t>จุด </a:t>
            </a:r>
            <a:r>
              <a:rPr lang="en-US" dirty="0">
                <a:cs typeface="+mj-cs"/>
              </a:rPr>
              <a:t>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37A3F-C2A7-44C2-A7DF-35D805ACE5C1}"/>
              </a:ext>
            </a:extLst>
          </p:cNvPr>
          <p:cNvSpPr txBox="1"/>
          <p:nvPr/>
        </p:nvSpPr>
        <p:spPr>
          <a:xfrm>
            <a:off x="7564947" y="4549674"/>
            <a:ext cx="222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+mj-cs"/>
              </a:rPr>
              <a:t>User</a:t>
            </a:r>
            <a:br>
              <a:rPr lang="en-US" dirty="0">
                <a:cs typeface="+mj-cs"/>
              </a:rPr>
            </a:br>
            <a:r>
              <a:rPr lang="th-TH" dirty="0">
                <a:cs typeface="+mj-cs"/>
              </a:rPr>
              <a:t>1.</a:t>
            </a:r>
            <a:r>
              <a:rPr lang="en-US" dirty="0">
                <a:cs typeface="+mj-cs"/>
              </a:rPr>
              <a:t> </a:t>
            </a:r>
            <a:r>
              <a:rPr lang="th-TH" dirty="0">
                <a:cs typeface="+mj-cs"/>
              </a:rPr>
              <a:t>ผู้บรรยาย</a:t>
            </a:r>
          </a:p>
          <a:p>
            <a:r>
              <a:rPr lang="th-TH" dirty="0">
                <a:cs typeface="+mj-cs"/>
              </a:rPr>
              <a:t>2. ผู้ถ่ายทอด</a:t>
            </a:r>
            <a:br>
              <a:rPr lang="th-TH" dirty="0">
                <a:cs typeface="+mj-cs"/>
              </a:rPr>
            </a:br>
            <a:r>
              <a:rPr lang="th-TH" dirty="0">
                <a:cs typeface="+mj-cs"/>
              </a:rPr>
              <a:t>3. นักลงทุน *** </a:t>
            </a:r>
            <a:r>
              <a:rPr lang="en-US" dirty="0">
                <a:cs typeface="+mj-cs"/>
              </a:rPr>
              <a:t>User </a:t>
            </a:r>
            <a:r>
              <a:rPr lang="th-TH" dirty="0">
                <a:cs typeface="+mj-cs"/>
              </a:rPr>
              <a:t>ข้างนอก</a:t>
            </a:r>
            <a:endParaRPr lang="en-US" dirty="0">
              <a:cs typeface="+mj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956D64-6717-48A8-AC6D-3D6B4394AC8C}"/>
              </a:ext>
            </a:extLst>
          </p:cNvPr>
          <p:cNvSpPr/>
          <p:nvPr/>
        </p:nvSpPr>
        <p:spPr>
          <a:xfrm>
            <a:off x="7429832" y="3267425"/>
            <a:ext cx="174928" cy="1868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005833-90A6-4932-A6BD-64A405EAEA6A}"/>
              </a:ext>
            </a:extLst>
          </p:cNvPr>
          <p:cNvSpPr/>
          <p:nvPr/>
        </p:nvSpPr>
        <p:spPr>
          <a:xfrm>
            <a:off x="7337728" y="5864446"/>
            <a:ext cx="174928" cy="18685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18B711-7AF0-492D-B6C2-5A78D499A3C9}"/>
              </a:ext>
            </a:extLst>
          </p:cNvPr>
          <p:cNvSpPr txBox="1"/>
          <p:nvPr/>
        </p:nvSpPr>
        <p:spPr>
          <a:xfrm>
            <a:off x="7560308" y="5747669"/>
            <a:ext cx="81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+mj-cs"/>
              </a:rPr>
              <a:t>Router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2CF7DBB-A79C-4F1D-A37D-2A965EC0A2B6}"/>
              </a:ext>
            </a:extLst>
          </p:cNvPr>
          <p:cNvSpPr/>
          <p:nvPr/>
        </p:nvSpPr>
        <p:spPr>
          <a:xfrm>
            <a:off x="4647624" y="1198358"/>
            <a:ext cx="517497" cy="33650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20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BD1F5B-EE5C-42EE-AD4D-9D3474A5DC17}"/>
              </a:ext>
            </a:extLst>
          </p:cNvPr>
          <p:cNvSpPr/>
          <p:nvPr/>
        </p:nvSpPr>
        <p:spPr>
          <a:xfrm>
            <a:off x="4627054" y="4981586"/>
            <a:ext cx="517497" cy="33650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7EEDE1-3645-4794-8598-FE58D73D4B44}"/>
              </a:ext>
            </a:extLst>
          </p:cNvPr>
          <p:cNvSpPr/>
          <p:nvPr/>
        </p:nvSpPr>
        <p:spPr>
          <a:xfrm>
            <a:off x="4598728" y="3556221"/>
            <a:ext cx="517497" cy="33650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0FDFD4-2A13-4592-82A8-F716C46C41F0}"/>
              </a:ext>
            </a:extLst>
          </p:cNvPr>
          <p:cNvSpPr/>
          <p:nvPr/>
        </p:nvSpPr>
        <p:spPr>
          <a:xfrm>
            <a:off x="7245075" y="1639959"/>
            <a:ext cx="517497" cy="33650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33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B71C5CA-C79F-4991-8BD3-B921D34E4D17}"/>
              </a:ext>
            </a:extLst>
          </p:cNvPr>
          <p:cNvSpPr/>
          <p:nvPr/>
        </p:nvSpPr>
        <p:spPr>
          <a:xfrm>
            <a:off x="4248872" y="631465"/>
            <a:ext cx="174928" cy="1868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2A84AA-88F5-4362-9B97-D8CB88C52D81}"/>
              </a:ext>
            </a:extLst>
          </p:cNvPr>
          <p:cNvSpPr/>
          <p:nvPr/>
        </p:nvSpPr>
        <p:spPr>
          <a:xfrm>
            <a:off x="5430136" y="631465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C1C603-E7DE-4A3B-844A-1B0AC0FE20CE}"/>
              </a:ext>
            </a:extLst>
          </p:cNvPr>
          <p:cNvSpPr/>
          <p:nvPr/>
        </p:nvSpPr>
        <p:spPr>
          <a:xfrm>
            <a:off x="4682548" y="404090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48714B-FFA6-47A1-B498-CF00D4F6BE1B}"/>
              </a:ext>
            </a:extLst>
          </p:cNvPr>
          <p:cNvSpPr/>
          <p:nvPr/>
        </p:nvSpPr>
        <p:spPr>
          <a:xfrm>
            <a:off x="4667141" y="846379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97B2A44-6AE3-4B9E-92FE-3AD8D4F93283}"/>
              </a:ext>
            </a:extLst>
          </p:cNvPr>
          <p:cNvSpPr/>
          <p:nvPr/>
        </p:nvSpPr>
        <p:spPr>
          <a:xfrm>
            <a:off x="4011433" y="404090"/>
            <a:ext cx="174928" cy="186856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F7856C-AC84-4F9A-A962-4EC278DF7E31}"/>
              </a:ext>
            </a:extLst>
          </p:cNvPr>
          <p:cNvSpPr/>
          <p:nvPr/>
        </p:nvSpPr>
        <p:spPr>
          <a:xfrm>
            <a:off x="7166443" y="6244405"/>
            <a:ext cx="517497" cy="336504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F81283-8416-4B5C-AAE9-7A07FBD6A50D}"/>
              </a:ext>
            </a:extLst>
          </p:cNvPr>
          <p:cNvSpPr txBox="1"/>
          <p:nvPr/>
        </p:nvSpPr>
        <p:spPr>
          <a:xfrm>
            <a:off x="7721162" y="621157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+mj-cs"/>
              </a:rPr>
              <a:t>AP</a:t>
            </a:r>
          </a:p>
        </p:txBody>
      </p:sp>
    </p:spTree>
    <p:extLst>
      <p:ext uri="{BB962C8B-B14F-4D97-AF65-F5344CB8AC3E}">
        <p14:creationId xmlns:p14="http://schemas.microsoft.com/office/powerpoint/2010/main" val="246249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Kittanun Apisitamorn</dc:creator>
  <cp:lastModifiedBy>Kittanun Apisitamorn</cp:lastModifiedBy>
  <cp:revision>5</cp:revision>
  <dcterms:created xsi:type="dcterms:W3CDTF">2025-06-17T10:01:54Z</dcterms:created>
  <dcterms:modified xsi:type="dcterms:W3CDTF">2025-06-18T07:07:10Z</dcterms:modified>
</cp:coreProperties>
</file>
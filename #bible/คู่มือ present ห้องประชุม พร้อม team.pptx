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7CF3-FF86-4E7D-83A5-E5506BE29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A275C-8198-464E-9D8E-F8A895BB6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4F0C0-E3A2-4D61-BFBE-CABAD7FB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81868-899B-4D5A-8A3E-51F69F59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8DB1-6860-4773-A9B3-BE95E22F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6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5CA6-7722-4DC2-8BF7-3AC17862A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5721A-9B84-416A-B38D-951776C38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C7C9C-E848-4942-925B-F1FDAAD11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C20A2-A399-4C86-85EC-071BD8D7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790CC-C546-4A29-B336-6CF18DA4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8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F138-822B-4753-B31F-0E31E5D6C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5493F-A04E-4193-A4DD-777B3FECA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2B39B-757F-46DD-A96B-98CEB84B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196BE-AC3C-43E9-BF0C-8AFAECCE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DE578-FD9F-4E75-A1A4-E14FE012F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9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B2E6E-10BF-4E3E-9C66-7FAEC086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F4AFB-3DFF-48B3-8652-C828DC4C4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0453C-9E29-4FF9-B0EC-86CAEBBD5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D0F82-8C9C-4241-ACA0-020D50653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F1C2C-6533-4520-A5F1-D589F081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5C7FE-059A-4734-A5D4-9DA41478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84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6629-483D-4848-BED2-F33FCAB9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FC949-F78D-4D2A-8222-492A7FF31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A4810-6075-40AB-B01D-6005A55B5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0557C-A593-418C-BEAC-DCE537BBA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34DD5-AEB5-4925-A20C-BBDEC655B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5BEDC7-C626-4CE4-B1E5-72ABBD4B2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F1044-C4AB-4520-AD6A-8366D5463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7F2B7-049A-497E-B4A7-9333ABA6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3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CC1C2-FB8A-48C6-AEED-1086D345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3E1094-FBAA-4B3B-827E-ED54DC5B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36DBA-4925-432A-9468-F00B54D8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3865FD-3E0B-438B-9496-83C5BEFF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7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280E7-8E67-4671-AAB8-82FCC5D14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3E1EF3-B4BF-44E1-ABCF-11261ADE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77FE6-DDFA-42E1-A537-A4EA7729B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4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81D3-B7B4-4EFF-903C-4C2B0839F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FA94-5F01-40D6-8970-064F542E1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D05DC-11C0-4BBF-8B41-D48E53386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A2F42-082A-48AC-B1EA-7E79A465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DD038-9E47-4889-A07E-1A9FB104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7B133-CE20-4C6A-B400-08B8C6C8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9BF2B-82A6-4B19-B8BF-F74B943B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C962B-9766-4B18-AFDE-0EAFBE2C5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032AE-3D11-429E-AA4C-54F5FF9ED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B0B04-5B67-4424-A441-0DDED234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3B424-BECD-4A85-8C3D-7BFE23670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9AF54-00FD-4040-863D-C89AE79D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6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C2C2-05C1-44A4-900F-A0248979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3814A-B5A6-436D-B747-020521D77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EB912-BCC3-46DE-9BF6-11A7F392B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25F8A-E637-40A8-8312-9B571BFA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0BA8E-219B-49DE-A6ED-C922BB64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6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6BCC3D-CFC2-4436-BB64-56D90B233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7B3664-5297-40C4-97B2-8F50E5F69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425E-A0AB-46C7-8105-4C3FDFE0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3F465-D6E0-40FB-AF16-CFC175A4E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0232-CC71-46EC-82C6-5F4E21B9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0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53CF50-751C-4CF4-8D80-1FFE2F80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05CDF-B100-46D0-9930-6A518FA60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EF68B-4167-4450-9C63-DC4AA2256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84724-20B2-4E69-8F68-46F7C8E2BCE3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8A80F-F63E-47B2-84E7-4425A2F18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124E8-A8A1-477D-AD70-4DEED9EEA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54168-31A2-49F7-AB4F-353DB129B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2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EF6AECA-C938-43D4-B837-9862888B9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18" y="548641"/>
            <a:ext cx="11491323" cy="6002428"/>
          </a:xfrm>
          <a:prstGeom prst="rect">
            <a:avLst/>
          </a:prstGeom>
        </p:spPr>
      </p:pic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2B718FFA-49DC-419E-B894-0076EA04AC3A}"/>
              </a:ext>
            </a:extLst>
          </p:cNvPr>
          <p:cNvSpPr/>
          <p:nvPr/>
        </p:nvSpPr>
        <p:spPr>
          <a:xfrm>
            <a:off x="3999715" y="1579943"/>
            <a:ext cx="1670132" cy="991396"/>
          </a:xfrm>
          <a:prstGeom prst="wedgeRectCallout">
            <a:avLst>
              <a:gd name="adj1" fmla="val 68740"/>
              <a:gd name="adj2" fmla="val -48238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ที่โปรแกรม </a:t>
            </a:r>
            <a:r>
              <a:rPr lang="en-US" dirty="0">
                <a:solidFill>
                  <a:schemeClr val="tx1"/>
                </a:solidFill>
              </a:rPr>
              <a:t>team </a:t>
            </a:r>
            <a:r>
              <a:rPr lang="th-TH" dirty="0">
                <a:solidFill>
                  <a:schemeClr val="tx1"/>
                </a:solidFill>
              </a:rPr>
              <a:t>เลือก </a:t>
            </a:r>
            <a:r>
              <a:rPr lang="en-US" dirty="0">
                <a:solidFill>
                  <a:schemeClr val="tx1"/>
                </a:solidFill>
              </a:rPr>
              <a:t>view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412944C-BB2F-4FFB-BA1D-9A5F1837E572}"/>
              </a:ext>
            </a:extLst>
          </p:cNvPr>
          <p:cNvSpPr/>
          <p:nvPr/>
        </p:nvSpPr>
        <p:spPr>
          <a:xfrm>
            <a:off x="3820811" y="1412966"/>
            <a:ext cx="357808" cy="333954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872CE9DC-CD1E-4BD6-8984-52A7975321DF}"/>
              </a:ext>
            </a:extLst>
          </p:cNvPr>
          <p:cNvSpPr/>
          <p:nvPr/>
        </p:nvSpPr>
        <p:spPr>
          <a:xfrm>
            <a:off x="1614116" y="4365266"/>
            <a:ext cx="4709272" cy="1944093"/>
          </a:xfrm>
          <a:prstGeom prst="wedgeRectCallout">
            <a:avLst>
              <a:gd name="adj1" fmla="val 85935"/>
              <a:gd name="adj2" fmla="val -33266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เลือก </a:t>
            </a:r>
            <a:r>
              <a:rPr lang="en-US" dirty="0">
                <a:solidFill>
                  <a:schemeClr val="tx1"/>
                </a:solidFill>
              </a:rPr>
              <a:t>More option</a:t>
            </a:r>
            <a:br>
              <a:rPr lang="th-TH" dirty="0">
                <a:solidFill>
                  <a:schemeClr val="tx1"/>
                </a:solidFill>
              </a:rPr>
            </a:br>
            <a:r>
              <a:rPr lang="th-TH" dirty="0">
                <a:solidFill>
                  <a:schemeClr val="tx1"/>
                </a:solidFill>
              </a:rPr>
              <a:t>เลือก </a:t>
            </a:r>
            <a:r>
              <a:rPr lang="en-US" dirty="0">
                <a:solidFill>
                  <a:schemeClr val="tx1"/>
                </a:solidFill>
              </a:rPr>
              <a:t>add shared display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th-TH" dirty="0">
                <a:solidFill>
                  <a:schemeClr val="tx1"/>
                </a:solidFill>
              </a:rPr>
              <a:t>จะมีหน้าต่างที่ 2 เปิดขึ้นมา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th-TH" dirty="0">
                <a:solidFill>
                  <a:schemeClr val="tx1"/>
                </a:solidFill>
              </a:rPr>
              <a:t>ให้ลากไปหน้าจอห้องประชุม</a:t>
            </a:r>
            <a:br>
              <a:rPr lang="th-TH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th-TH" dirty="0">
                <a:solidFill>
                  <a:schemeClr val="tx1"/>
                </a:solidFill>
              </a:rPr>
              <a:t>***ถ้าไม่มีขึ้นปุ่มให้กดเป็นที่</a:t>
            </a:r>
            <a:r>
              <a:rPr lang="th-TH" dirty="0" err="1">
                <a:solidFill>
                  <a:schemeClr val="tx1"/>
                </a:solidFill>
              </a:rPr>
              <a:t>ลิ้ง</a:t>
            </a:r>
            <a:r>
              <a:rPr lang="th-TH" dirty="0">
                <a:solidFill>
                  <a:schemeClr val="tx1"/>
                </a:solidFill>
              </a:rPr>
              <a:t>ประชุมไม่รองรับให้เราแชร์***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895656-FCE4-4232-92D3-67FBFF4285BF}"/>
              </a:ext>
            </a:extLst>
          </p:cNvPr>
          <p:cNvSpPr/>
          <p:nvPr/>
        </p:nvSpPr>
        <p:spPr>
          <a:xfrm>
            <a:off x="1435212" y="4198289"/>
            <a:ext cx="357808" cy="333954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37225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43E12C-AADF-4E84-99C0-72A46455F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79" y="83530"/>
            <a:ext cx="10859441" cy="6690940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27DF4DD-B498-4974-88F6-A91BCBE564BF}"/>
              </a:ext>
            </a:extLst>
          </p:cNvPr>
          <p:cNvSpPr/>
          <p:nvPr/>
        </p:nvSpPr>
        <p:spPr>
          <a:xfrm>
            <a:off x="1884459" y="4325510"/>
            <a:ext cx="4047251" cy="2186608"/>
          </a:xfrm>
          <a:prstGeom prst="wedgeRectCallout">
            <a:avLst>
              <a:gd name="adj1" fmla="val 72106"/>
              <a:gd name="adj2" fmla="val -40084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เลือก </a:t>
            </a:r>
            <a:r>
              <a:rPr lang="en-US" dirty="0">
                <a:solidFill>
                  <a:schemeClr val="tx1"/>
                </a:solidFill>
              </a:rPr>
              <a:t>Share </a:t>
            </a:r>
            <a:r>
              <a:rPr lang="th-TH" dirty="0">
                <a:solidFill>
                  <a:schemeClr val="tx1"/>
                </a:solidFill>
              </a:rPr>
              <a:t>และเลือก </a:t>
            </a:r>
            <a:r>
              <a:rPr lang="en-US" dirty="0">
                <a:solidFill>
                  <a:schemeClr val="tx1"/>
                </a:solidFill>
              </a:rPr>
              <a:t>Power point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th-TH" dirty="0">
                <a:solidFill>
                  <a:schemeClr val="tx1"/>
                </a:solidFill>
              </a:rPr>
            </a:br>
            <a:r>
              <a:rPr lang="th-TH" dirty="0">
                <a:solidFill>
                  <a:schemeClr val="tx1"/>
                </a:solidFill>
              </a:rPr>
              <a:t>จากนั้น ใน </a:t>
            </a:r>
            <a:r>
              <a:rPr lang="en-US" dirty="0">
                <a:solidFill>
                  <a:schemeClr val="tx1"/>
                </a:solidFill>
              </a:rPr>
              <a:t>power point </a:t>
            </a:r>
          </a:p>
          <a:p>
            <a:pPr algn="ctr"/>
            <a:r>
              <a:rPr lang="th-TH" dirty="0">
                <a:solidFill>
                  <a:schemeClr val="tx1"/>
                </a:solidFill>
              </a:rPr>
              <a:t>กดปุ่มแสดง </a:t>
            </a:r>
            <a:r>
              <a:rPr lang="en-US" dirty="0">
                <a:solidFill>
                  <a:schemeClr val="tx1"/>
                </a:solidFill>
              </a:rPr>
              <a:t>slide show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2C4830-AA4F-462B-A1E3-84E160B2D62D}"/>
              </a:ext>
            </a:extLst>
          </p:cNvPr>
          <p:cNvSpPr/>
          <p:nvPr/>
        </p:nvSpPr>
        <p:spPr>
          <a:xfrm>
            <a:off x="5752806" y="4158533"/>
            <a:ext cx="357808" cy="333954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10413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8889C-7EE2-464C-A7E7-C62DF16C4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172" y="128203"/>
            <a:ext cx="6667151" cy="6601593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27DF4DD-B498-4974-88F6-A91BCBE564BF}"/>
              </a:ext>
            </a:extLst>
          </p:cNvPr>
          <p:cNvSpPr/>
          <p:nvPr/>
        </p:nvSpPr>
        <p:spPr>
          <a:xfrm>
            <a:off x="2220400" y="1582308"/>
            <a:ext cx="2763088" cy="1566409"/>
          </a:xfrm>
          <a:prstGeom prst="wedgeRectCallout">
            <a:avLst>
              <a:gd name="adj1" fmla="val 80739"/>
              <a:gd name="adj2" fmla="val -69398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กดปุ่ม</a:t>
            </a:r>
            <a:r>
              <a:rPr lang="en-US" dirty="0">
                <a:solidFill>
                  <a:schemeClr val="tx1"/>
                </a:solidFill>
              </a:rPr>
              <a:t> Search </a:t>
            </a:r>
            <a:r>
              <a:rPr lang="th-TH" dirty="0">
                <a:solidFill>
                  <a:schemeClr val="tx1"/>
                </a:solidFill>
              </a:rPr>
              <a:t>ข้าง </a:t>
            </a:r>
            <a:r>
              <a:rPr lang="en-US" dirty="0">
                <a:solidFill>
                  <a:schemeClr val="tx1"/>
                </a:solidFill>
              </a:rPr>
              <a:t>window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th-TH" dirty="0">
                <a:solidFill>
                  <a:schemeClr val="tx1"/>
                </a:solidFill>
              </a:rPr>
              <a:t>หา </a:t>
            </a:r>
            <a:r>
              <a:rPr lang="en-US" dirty="0">
                <a:solidFill>
                  <a:schemeClr val="tx1"/>
                </a:solidFill>
              </a:rPr>
              <a:t>Duplicate or extend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FC478CFA-4697-4FAF-AC98-2B8D8066C888}"/>
              </a:ext>
            </a:extLst>
          </p:cNvPr>
          <p:cNvSpPr/>
          <p:nvPr/>
        </p:nvSpPr>
        <p:spPr>
          <a:xfrm>
            <a:off x="87499" y="128203"/>
            <a:ext cx="4516305" cy="929628"/>
          </a:xfrm>
          <a:prstGeom prst="wedgeRectCallout">
            <a:avLst>
              <a:gd name="adj1" fmla="val 49971"/>
              <a:gd name="adj2" fmla="val -24371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</a:rPr>
              <a:t>เพิ่มเติม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th-TH" b="1" dirty="0">
                <a:solidFill>
                  <a:schemeClr val="tx1"/>
                </a:solidFill>
              </a:rPr>
              <a:t>***สำหรับเปลี่ยนหน้าจอให้เป็น </a:t>
            </a:r>
            <a:r>
              <a:rPr lang="en-US" b="1" dirty="0">
                <a:solidFill>
                  <a:schemeClr val="tx1"/>
                </a:solidFill>
              </a:rPr>
              <a:t>Duplicate</a:t>
            </a:r>
            <a:r>
              <a:rPr lang="th-TH" b="1" dirty="0">
                <a:solidFill>
                  <a:schemeClr val="tx1"/>
                </a:solidFill>
              </a:rPr>
              <a:t>***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989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AED2AC-4791-4799-8ADD-934F9FEE6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417" y="-15903"/>
            <a:ext cx="8667165" cy="6858000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27DF4DD-B498-4974-88F6-A91BCBE564BF}"/>
              </a:ext>
            </a:extLst>
          </p:cNvPr>
          <p:cNvSpPr/>
          <p:nvPr/>
        </p:nvSpPr>
        <p:spPr>
          <a:xfrm>
            <a:off x="4852282" y="3542305"/>
            <a:ext cx="2763088" cy="1566409"/>
          </a:xfrm>
          <a:prstGeom prst="wedgeRectCallout">
            <a:avLst>
              <a:gd name="adj1" fmla="val 85344"/>
              <a:gd name="adj2" fmla="val -65844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สามารถเลือก </a:t>
            </a:r>
            <a:r>
              <a:rPr lang="en-US" dirty="0">
                <a:solidFill>
                  <a:schemeClr val="tx1"/>
                </a:solidFill>
              </a:rPr>
              <a:t>Duplicate </a:t>
            </a:r>
            <a:r>
              <a:rPr lang="th-TH" dirty="0">
                <a:solidFill>
                  <a:schemeClr val="tx1"/>
                </a:solidFill>
              </a:rPr>
              <a:t>ตรงนี้ได้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FC478CFA-4697-4FAF-AC98-2B8D8066C888}"/>
              </a:ext>
            </a:extLst>
          </p:cNvPr>
          <p:cNvSpPr/>
          <p:nvPr/>
        </p:nvSpPr>
        <p:spPr>
          <a:xfrm>
            <a:off x="87499" y="128203"/>
            <a:ext cx="4516305" cy="929628"/>
          </a:xfrm>
          <a:prstGeom prst="wedgeRectCallout">
            <a:avLst>
              <a:gd name="adj1" fmla="val 49971"/>
              <a:gd name="adj2" fmla="val -24371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</a:rPr>
              <a:t>เพิ่มเติม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th-TH" b="1" dirty="0">
                <a:solidFill>
                  <a:schemeClr val="tx1"/>
                </a:solidFill>
              </a:rPr>
              <a:t>***สำหรับเปลี่ยนหน้าจอให้เป็น </a:t>
            </a:r>
            <a:r>
              <a:rPr lang="en-US" b="1" dirty="0">
                <a:solidFill>
                  <a:schemeClr val="tx1"/>
                </a:solidFill>
              </a:rPr>
              <a:t>Duplicate</a:t>
            </a:r>
            <a:r>
              <a:rPr lang="th-TH" b="1" dirty="0">
                <a:solidFill>
                  <a:schemeClr val="tx1"/>
                </a:solidFill>
              </a:rPr>
              <a:t>***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92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3B6A0D-E35D-4805-AB3A-3524B9EC6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55" y="2268172"/>
            <a:ext cx="8632081" cy="1739006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27DF4DD-B498-4974-88F6-A91BCBE564BF}"/>
              </a:ext>
            </a:extLst>
          </p:cNvPr>
          <p:cNvSpPr/>
          <p:nvPr/>
        </p:nvSpPr>
        <p:spPr>
          <a:xfrm>
            <a:off x="1486929" y="2931848"/>
            <a:ext cx="2441051" cy="929628"/>
          </a:xfrm>
          <a:prstGeom prst="wedgeRectCallout">
            <a:avLst>
              <a:gd name="adj1" fmla="val 62675"/>
              <a:gd name="adj2" fmla="val -49175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ส่วนของ </a:t>
            </a:r>
            <a:r>
              <a:rPr lang="en-US" dirty="0">
                <a:solidFill>
                  <a:schemeClr val="tx1"/>
                </a:solidFill>
              </a:rPr>
              <a:t>Power point</a:t>
            </a:r>
            <a:br>
              <a:rPr lang="th-TH" dirty="0">
                <a:solidFill>
                  <a:schemeClr val="tx1"/>
                </a:solidFill>
              </a:rPr>
            </a:br>
            <a:r>
              <a:rPr lang="th-TH" dirty="0">
                <a:solidFill>
                  <a:schemeClr val="tx1"/>
                </a:solidFill>
              </a:rPr>
              <a:t>เลือกแถบเมนู </a:t>
            </a:r>
            <a:r>
              <a:rPr lang="en-US" dirty="0">
                <a:solidFill>
                  <a:schemeClr val="tx1"/>
                </a:solidFill>
              </a:rPr>
              <a:t>Slide Show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A2C4830-AA4F-462B-A1E3-84E160B2D62D}"/>
              </a:ext>
            </a:extLst>
          </p:cNvPr>
          <p:cNvSpPr/>
          <p:nvPr/>
        </p:nvSpPr>
        <p:spPr>
          <a:xfrm>
            <a:off x="1251877" y="2764871"/>
            <a:ext cx="357808" cy="333954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AC695A5F-A785-441F-83F1-08691CDF739E}"/>
              </a:ext>
            </a:extLst>
          </p:cNvPr>
          <p:cNvSpPr/>
          <p:nvPr/>
        </p:nvSpPr>
        <p:spPr>
          <a:xfrm>
            <a:off x="9019290" y="2931847"/>
            <a:ext cx="2767785" cy="2067157"/>
          </a:xfrm>
          <a:prstGeom prst="wedgeRectCallout">
            <a:avLst>
              <a:gd name="adj1" fmla="val -95711"/>
              <a:gd name="adj2" fmla="val -27767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Moniter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th-TH" dirty="0">
                <a:solidFill>
                  <a:schemeClr val="tx1"/>
                </a:solidFill>
              </a:rPr>
              <a:t>เลือก </a:t>
            </a:r>
            <a:r>
              <a:rPr lang="en-US" dirty="0">
                <a:solidFill>
                  <a:schemeClr val="tx1"/>
                </a:solidFill>
              </a:rPr>
              <a:t>Primary </a:t>
            </a:r>
            <a:r>
              <a:rPr lang="en-US" dirty="0" err="1">
                <a:solidFill>
                  <a:schemeClr val="tx1"/>
                </a:solidFill>
              </a:rPr>
              <a:t>Moniter</a:t>
            </a:r>
            <a:br>
              <a:rPr lang="th-TH" dirty="0">
                <a:solidFill>
                  <a:schemeClr val="tx1"/>
                </a:solidFill>
              </a:rPr>
            </a:br>
            <a:br>
              <a:rPr lang="th-TH" dirty="0">
                <a:solidFill>
                  <a:schemeClr val="tx1"/>
                </a:solidFill>
              </a:rPr>
            </a:br>
            <a:r>
              <a:rPr lang="th-TH" dirty="0">
                <a:solidFill>
                  <a:schemeClr val="tx1"/>
                </a:solidFill>
              </a:rPr>
              <a:t>ห้ามเลือก </a:t>
            </a:r>
            <a:r>
              <a:rPr lang="en-US" dirty="0">
                <a:solidFill>
                  <a:schemeClr val="tx1"/>
                </a:solidFill>
              </a:rPr>
              <a:t>User Presenter view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th-TH" dirty="0">
                <a:solidFill>
                  <a:schemeClr val="tx1"/>
                </a:solidFill>
              </a:rPr>
              <a:t>ให้เอาติ้กถูกออก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4895656-FCE4-4232-92D3-67FBFF4285BF}"/>
              </a:ext>
            </a:extLst>
          </p:cNvPr>
          <p:cNvSpPr/>
          <p:nvPr/>
        </p:nvSpPr>
        <p:spPr>
          <a:xfrm>
            <a:off x="11608171" y="2764871"/>
            <a:ext cx="357808" cy="333954"/>
          </a:xfrm>
          <a:prstGeom prst="ellipse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AAE9E5A1-458C-4CC7-B1E3-0A7EF3F63F9F}"/>
              </a:ext>
            </a:extLst>
          </p:cNvPr>
          <p:cNvSpPr/>
          <p:nvPr/>
        </p:nvSpPr>
        <p:spPr>
          <a:xfrm>
            <a:off x="3522463" y="430604"/>
            <a:ext cx="4516305" cy="929628"/>
          </a:xfrm>
          <a:prstGeom prst="wedgeRectCallout">
            <a:avLst>
              <a:gd name="adj1" fmla="val 49971"/>
              <a:gd name="adj2" fmla="val -24371"/>
            </a:avLst>
          </a:prstGeom>
          <a:solidFill>
            <a:srgbClr val="FFFF00"/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b="1" dirty="0">
                <a:solidFill>
                  <a:schemeClr val="tx1"/>
                </a:solidFill>
              </a:rPr>
              <a:t>เพิ่มเติม</a:t>
            </a:r>
            <a:br>
              <a:rPr lang="th-TH" b="1" dirty="0">
                <a:solidFill>
                  <a:schemeClr val="tx1"/>
                </a:solidFill>
              </a:rPr>
            </a:br>
            <a:r>
              <a:rPr lang="th-TH" b="1" dirty="0">
                <a:solidFill>
                  <a:schemeClr val="tx1"/>
                </a:solidFill>
              </a:rPr>
              <a:t>***สำหรับแก้ถ้าจอพรีเซนหลักไปอยู่หน้าจอห้องประชุม***</a:t>
            </a:r>
            <a:br>
              <a:rPr lang="th-TH" b="1" dirty="0">
                <a:solidFill>
                  <a:schemeClr val="tx1"/>
                </a:solidFill>
              </a:rPr>
            </a:br>
            <a:r>
              <a:rPr lang="th-TH" b="1" dirty="0">
                <a:solidFill>
                  <a:schemeClr val="tx1"/>
                </a:solidFill>
              </a:rPr>
              <a:t>***กรณีใช้ </a:t>
            </a:r>
            <a:r>
              <a:rPr lang="en-US" b="1" dirty="0">
                <a:solidFill>
                  <a:schemeClr val="tx1"/>
                </a:solidFill>
              </a:rPr>
              <a:t>Team </a:t>
            </a:r>
            <a:r>
              <a:rPr lang="th-TH" b="1" dirty="0">
                <a:solidFill>
                  <a:schemeClr val="tx1"/>
                </a:solidFill>
              </a:rPr>
              <a:t>ร่วมด้วย***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44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174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Kittanun Apisitamorn</dc:creator>
  <cp:lastModifiedBy>Kittanun Apisitamorn</cp:lastModifiedBy>
  <cp:revision>10</cp:revision>
  <dcterms:created xsi:type="dcterms:W3CDTF">2025-07-04T07:05:54Z</dcterms:created>
  <dcterms:modified xsi:type="dcterms:W3CDTF">2025-07-04T10:29:22Z</dcterms:modified>
</cp:coreProperties>
</file>
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4" r:id="rId3"/>
    <p:sldId id="294" r:id="rId4"/>
    <p:sldId id="293" r:id="rId5"/>
    <p:sldId id="256" r:id="rId6"/>
    <p:sldId id="336" r:id="rId7"/>
    <p:sldId id="337" r:id="rId8"/>
    <p:sldId id="346" r:id="rId9"/>
    <p:sldId id="347" r:id="rId10"/>
    <p:sldId id="340" r:id="rId11"/>
    <p:sldId id="348" r:id="rId1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9CC8C-173C-4B24-8597-454820C9D03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1857188" y="2644169"/>
            <a:ext cx="84776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96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คู่มือตรวจสอบพื้นที่</a:t>
            </a:r>
            <a:endParaRPr lang="en-US" sz="96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31336-AE62-4C71-B95C-76F1B5D17C49}"/>
              </a:ext>
            </a:extLst>
          </p:cNvPr>
          <p:cNvSpPr txBox="1"/>
          <p:nvPr/>
        </p:nvSpPr>
        <p:spPr>
          <a:xfrm>
            <a:off x="5503333" y="510209"/>
            <a:ext cx="1023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สารบัญ</a:t>
            </a:r>
            <a:endParaRPr lang="en-US" sz="32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F538B2-3364-4EC6-98D3-B6BE5191B9BA}"/>
              </a:ext>
            </a:extLst>
          </p:cNvPr>
          <p:cNvGrpSpPr/>
          <p:nvPr/>
        </p:nvGrpSpPr>
        <p:grpSpPr>
          <a:xfrm>
            <a:off x="334873" y="1907472"/>
            <a:ext cx="10737107" cy="418223"/>
            <a:chOff x="334873" y="1920846"/>
            <a:chExt cx="10737107" cy="4182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7DC83AA-99F5-4261-8C3A-4F858069DA56}"/>
                </a:ext>
              </a:extLst>
            </p:cNvPr>
            <p:cNvGrpSpPr/>
            <p:nvPr/>
          </p:nvGrpSpPr>
          <p:grpSpPr>
            <a:xfrm>
              <a:off x="334873" y="1920846"/>
              <a:ext cx="10737107" cy="418223"/>
              <a:chOff x="-335605" y="1373201"/>
              <a:chExt cx="10737107" cy="41822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0149091-FD23-4818-B608-AC78BFD652E6}"/>
                  </a:ext>
                </a:extLst>
              </p:cNvPr>
              <p:cNvSpPr/>
              <p:nvPr/>
            </p:nvSpPr>
            <p:spPr>
              <a:xfrm>
                <a:off x="-335605" y="1422092"/>
                <a:ext cx="301043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1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การสร้างสถานที่</a:t>
                </a:r>
                <a:endParaRPr lang="en-US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7C38E04-A93C-4B19-8247-08092790037C}"/>
                  </a:ext>
                </a:extLst>
              </p:cNvPr>
              <p:cNvSpPr/>
              <p:nvPr/>
            </p:nvSpPr>
            <p:spPr>
              <a:xfrm>
                <a:off x="9681433" y="1373201"/>
                <a:ext cx="7200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 3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A810A2-6614-4E4D-8722-93824F1A8CF4}"/>
                </a:ext>
              </a:extLst>
            </p:cNvPr>
            <p:cNvCxnSpPr>
              <a:cxnSpLocks/>
            </p:cNvCxnSpPr>
            <p:nvPr/>
          </p:nvCxnSpPr>
          <p:spPr>
            <a:xfrm>
              <a:off x="2688492" y="2105512"/>
              <a:ext cx="766341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45591B-1482-4630-8859-4B6022698EA5}"/>
              </a:ext>
            </a:extLst>
          </p:cNvPr>
          <p:cNvGrpSpPr/>
          <p:nvPr/>
        </p:nvGrpSpPr>
        <p:grpSpPr>
          <a:xfrm>
            <a:off x="1039695" y="2420403"/>
            <a:ext cx="10013049" cy="378193"/>
            <a:chOff x="1039695" y="1920846"/>
            <a:chExt cx="10013049" cy="37819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3DFD8B9-61D6-4DC1-BCF0-D92AE00CF172}"/>
                </a:ext>
              </a:extLst>
            </p:cNvPr>
            <p:cNvGrpSpPr/>
            <p:nvPr/>
          </p:nvGrpSpPr>
          <p:grpSpPr>
            <a:xfrm>
              <a:off x="1039695" y="1920846"/>
              <a:ext cx="10013049" cy="378193"/>
              <a:chOff x="369217" y="1373201"/>
              <a:chExt cx="10013049" cy="37819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744C84B-0FE1-43AD-AE25-6043FA3E3AAB}"/>
                  </a:ext>
                </a:extLst>
              </p:cNvPr>
              <p:cNvSpPr/>
              <p:nvPr/>
            </p:nvSpPr>
            <p:spPr>
              <a:xfrm>
                <a:off x="369217" y="1382062"/>
                <a:ext cx="22894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2 </a:t>
                </a:r>
                <a:r>
                  <a:rPr lang="th-TH" sz="1800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ขั้นตอนการตรวจสอบพื้นที่</a:t>
                </a:r>
                <a:endParaRPr lang="en-US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99F7245-CE3C-490D-9091-89780EBD3D42}"/>
                  </a:ext>
                </a:extLst>
              </p:cNvPr>
              <p:cNvSpPr/>
              <p:nvPr/>
            </p:nvSpPr>
            <p:spPr>
              <a:xfrm>
                <a:off x="9700669" y="1373201"/>
                <a:ext cx="6815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7</a:t>
                </a:r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012BAAF-F165-4569-87B7-0FB73357FE9F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3345305" y="2105512"/>
              <a:ext cx="7025842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3FE074-4E6C-48D5-884E-C30CE9004D91}"/>
              </a:ext>
            </a:extLst>
          </p:cNvPr>
          <p:cNvGrpSpPr/>
          <p:nvPr/>
        </p:nvGrpSpPr>
        <p:grpSpPr>
          <a:xfrm>
            <a:off x="1029348" y="2929131"/>
            <a:ext cx="10042632" cy="369332"/>
            <a:chOff x="1010112" y="1920846"/>
            <a:chExt cx="10042632" cy="36933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661981F-8CD3-4F9D-B647-D3D4571654AD}"/>
                </a:ext>
              </a:extLst>
            </p:cNvPr>
            <p:cNvGrpSpPr/>
            <p:nvPr/>
          </p:nvGrpSpPr>
          <p:grpSpPr>
            <a:xfrm>
              <a:off x="1010112" y="1920846"/>
              <a:ext cx="10042632" cy="369332"/>
              <a:chOff x="339634" y="1373201"/>
              <a:chExt cx="10042632" cy="369332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D627A5B-ACDC-42E7-B8EE-9A0C1244058E}"/>
                  </a:ext>
                </a:extLst>
              </p:cNvPr>
              <p:cNvSpPr/>
              <p:nvPr/>
            </p:nvSpPr>
            <p:spPr>
              <a:xfrm>
                <a:off x="339634" y="1373201"/>
                <a:ext cx="20473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3</a:t>
                </a:r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</a:t>
                </a:r>
                <a:r>
                  <a:rPr lang="th-TH" sz="1800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การดูประวัติตรวจพื้นที่</a:t>
                </a:r>
                <a:endParaRPr lang="en-US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5C3082E-958B-455C-AB47-5ACC10D84D29}"/>
                  </a:ext>
                </a:extLst>
              </p:cNvPr>
              <p:cNvSpPr/>
              <p:nvPr/>
            </p:nvSpPr>
            <p:spPr>
              <a:xfrm>
                <a:off x="9700669" y="1373201"/>
                <a:ext cx="6815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</a:t>
                </a:r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9</a:t>
                </a:r>
                <a:endParaRPr lang="th-TH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DFF145-336B-4C05-B29A-78C08FFD948A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3153810" y="2105512"/>
              <a:ext cx="7217337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859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61867" y="2481927"/>
            <a:ext cx="3401893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ขั้นตอนการใช้งาน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เมนูตรวจสอบพื้นที่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4192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78703" y="2345107"/>
            <a:ext cx="324159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1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ขั้นตอนการ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สร้างสถานที่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2551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32B149-F808-438B-8CEC-60FA17858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399" y="821168"/>
            <a:ext cx="4980314" cy="583481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8156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ขั้นตอนการสร้างสถานที่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</a:t>
              </a:r>
              <a:r>
                <a:rPr lang="en-US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</a:p>
          </p:txBody>
        </p:sp>
      </p:grp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2DE544F9-AD01-4606-8FC3-227CAA3EEDD6}"/>
              </a:ext>
            </a:extLst>
          </p:cNvPr>
          <p:cNvSpPr/>
          <p:nvPr/>
        </p:nvSpPr>
        <p:spPr>
          <a:xfrm>
            <a:off x="159026" y="1958267"/>
            <a:ext cx="2524370" cy="1066149"/>
          </a:xfrm>
          <a:prstGeom prst="wedgeRectCallout">
            <a:avLst>
              <a:gd name="adj1" fmla="val 50094"/>
              <a:gd name="adj2" fmla="val 115176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ที่แผนก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HR 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เลือกกลุ่มเมนู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ฐานข้อมูลแผนก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แล้วเลือกเมนู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สถานที่ตั้ง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34764D6B-252E-4523-AFCF-1296CA922B20}"/>
              </a:ext>
            </a:extLst>
          </p:cNvPr>
          <p:cNvSpPr/>
          <p:nvPr/>
        </p:nvSpPr>
        <p:spPr>
          <a:xfrm>
            <a:off x="7931178" y="3372320"/>
            <a:ext cx="1260998" cy="499533"/>
          </a:xfrm>
          <a:prstGeom prst="wedgeRectCallout">
            <a:avLst>
              <a:gd name="adj1" fmla="val -72446"/>
              <a:gd name="adj2" fmla="val 6583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เลือกอาคาร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A5CB79-0E97-4686-96BA-CBF6F7439A61}"/>
              </a:ext>
            </a:extLst>
          </p:cNvPr>
          <p:cNvSpPr/>
          <p:nvPr/>
        </p:nvSpPr>
        <p:spPr>
          <a:xfrm>
            <a:off x="2781681" y="3310466"/>
            <a:ext cx="1396236" cy="122245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B4C61A-8080-4C0D-A197-E4BF25D48292}"/>
              </a:ext>
            </a:extLst>
          </p:cNvPr>
          <p:cNvSpPr/>
          <p:nvPr/>
        </p:nvSpPr>
        <p:spPr>
          <a:xfrm>
            <a:off x="6945290" y="4189047"/>
            <a:ext cx="759999" cy="2266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61386C0D-6829-49B5-AA66-C53F327BEFD6}"/>
              </a:ext>
            </a:extLst>
          </p:cNvPr>
          <p:cNvSpPr/>
          <p:nvPr/>
        </p:nvSpPr>
        <p:spPr>
          <a:xfrm>
            <a:off x="8535419" y="4052603"/>
            <a:ext cx="3108938" cy="499533"/>
          </a:xfrm>
          <a:prstGeom prst="wedgeRectCallout">
            <a:avLst>
              <a:gd name="adj1" fmla="val -66812"/>
              <a:gd name="adj2" fmla="val 1264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 รหัสสถานที่ตั้งให้เลือก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Auto Generate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81AD2A36-362B-472B-A20F-B74B99887AFC}"/>
              </a:ext>
            </a:extLst>
          </p:cNvPr>
          <p:cNvSpPr/>
          <p:nvPr/>
        </p:nvSpPr>
        <p:spPr>
          <a:xfrm>
            <a:off x="8622181" y="4760930"/>
            <a:ext cx="1467707" cy="499533"/>
          </a:xfrm>
          <a:prstGeom prst="wedgeRectCallout">
            <a:avLst>
              <a:gd name="adj1" fmla="val -97459"/>
              <a:gd name="adj2" fmla="val -2647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ตั้งชื่อสถานที่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9434C9DE-7EDD-4ACD-B671-779DCABF5EE1}"/>
              </a:ext>
            </a:extLst>
          </p:cNvPr>
          <p:cNvSpPr/>
          <p:nvPr/>
        </p:nvSpPr>
        <p:spPr>
          <a:xfrm>
            <a:off x="5679463" y="6156446"/>
            <a:ext cx="1265827" cy="499533"/>
          </a:xfrm>
          <a:prstGeom prst="wedgeRectCallout">
            <a:avLst>
              <a:gd name="adj1" fmla="val -88707"/>
              <a:gd name="adj2" fmla="val -42116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 เลือก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Active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CC8781B9-0FEC-42DA-AF46-8C5A94A79882}"/>
              </a:ext>
            </a:extLst>
          </p:cNvPr>
          <p:cNvSpPr/>
          <p:nvPr/>
        </p:nvSpPr>
        <p:spPr>
          <a:xfrm>
            <a:off x="7269592" y="2062084"/>
            <a:ext cx="1171023" cy="499533"/>
          </a:xfrm>
          <a:prstGeom prst="wedgeRectCallout">
            <a:avLst>
              <a:gd name="adj1" fmla="val -55367"/>
              <a:gd name="adj2" fmla="val 120596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7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กดบันทึก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A92A39-8CC5-4D51-A00C-36936BA9C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034" y="2062084"/>
            <a:ext cx="2377646" cy="434378"/>
          </a:xfrm>
          <a:prstGeom prst="rect">
            <a:avLst/>
          </a:prstGeom>
        </p:spPr>
      </p:pic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9C4F3433-2EAA-4869-85AB-9343E3302936}"/>
              </a:ext>
            </a:extLst>
          </p:cNvPr>
          <p:cNvSpPr/>
          <p:nvPr/>
        </p:nvSpPr>
        <p:spPr>
          <a:xfrm>
            <a:off x="9477106" y="790662"/>
            <a:ext cx="2089663" cy="800046"/>
          </a:xfrm>
          <a:prstGeom prst="wedgeRectCallout">
            <a:avLst>
              <a:gd name="adj1" fmla="val -19860"/>
              <a:gd name="adj2" fmla="val 9812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 เลือกบริษัท ที่มุมขวาบน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0288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D8E6E-56C6-405B-8807-490BCE574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29" y="1003281"/>
            <a:ext cx="12192000" cy="5357862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A792D8B9-F302-47D9-A67B-90CB49E78875}"/>
              </a:ext>
            </a:extLst>
          </p:cNvPr>
          <p:cNvSpPr/>
          <p:nvPr/>
        </p:nvSpPr>
        <p:spPr>
          <a:xfrm>
            <a:off x="7451502" y="1729355"/>
            <a:ext cx="2700682" cy="499533"/>
          </a:xfrm>
          <a:prstGeom prst="wedgeRectCallout">
            <a:avLst>
              <a:gd name="adj1" fmla="val -33255"/>
              <a:gd name="adj2" fmla="val 156841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8 ข้อมูลจะมาแสดงที่ตารางด้านขวา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ขั้นตอนการสร้างสถานที่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4334933" y="676940"/>
            <a:ext cx="74329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4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D0030D-94E8-4700-9A86-424733060424}"/>
              </a:ext>
            </a:extLst>
          </p:cNvPr>
          <p:cNvSpPr/>
          <p:nvPr/>
        </p:nvSpPr>
        <p:spPr>
          <a:xfrm>
            <a:off x="5103446" y="2954962"/>
            <a:ext cx="6088185" cy="121845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E453BE03-E0C0-4B29-B83E-14A6CEE32498}"/>
              </a:ext>
            </a:extLst>
          </p:cNvPr>
          <p:cNvSpPr/>
          <p:nvPr/>
        </p:nvSpPr>
        <p:spPr>
          <a:xfrm>
            <a:off x="4946671" y="4710925"/>
            <a:ext cx="2134067" cy="499533"/>
          </a:xfrm>
          <a:prstGeom prst="wedgeRectCallout">
            <a:avLst>
              <a:gd name="adj1" fmla="val -23157"/>
              <a:gd name="adj2" fmla="val -24211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9 *** กดแก้ไข 1 ครั้ง 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CB764361-DF1C-4E37-9036-871925207E02}"/>
              </a:ext>
            </a:extLst>
          </p:cNvPr>
          <p:cNvSpPr/>
          <p:nvPr/>
        </p:nvSpPr>
        <p:spPr>
          <a:xfrm>
            <a:off x="2699748" y="5129048"/>
            <a:ext cx="2134067" cy="499533"/>
          </a:xfrm>
          <a:prstGeom prst="wedgeRectCallout">
            <a:avLst>
              <a:gd name="adj1" fmla="val -62709"/>
              <a:gd name="adj2" fmla="val 19161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10 กดปุ่ม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เปิด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QR Code”</a:t>
            </a:r>
          </a:p>
        </p:txBody>
      </p:sp>
    </p:spTree>
    <p:extLst>
      <p:ext uri="{BB962C8B-B14F-4D97-AF65-F5344CB8AC3E}">
        <p14:creationId xmlns:p14="http://schemas.microsoft.com/office/powerpoint/2010/main" val="2460154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A0E928-CD52-40B9-BD18-02B0BD332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564" y="1040123"/>
            <a:ext cx="7109320" cy="49963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684122-1383-479A-9ECE-0952D374F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6" y="1040123"/>
            <a:ext cx="3740776" cy="24044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E4513E83-C012-4179-9A1F-93696677C84C}"/>
              </a:ext>
            </a:extLst>
          </p:cNvPr>
          <p:cNvSpPr/>
          <p:nvPr/>
        </p:nvSpPr>
        <p:spPr>
          <a:xfrm>
            <a:off x="222047" y="3948101"/>
            <a:ext cx="2097083" cy="755146"/>
          </a:xfrm>
          <a:prstGeom prst="wedgeRectCallout">
            <a:avLst>
              <a:gd name="adj1" fmla="val 41611"/>
              <a:gd name="adj2" fmla="val -9906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1.11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พิมพ์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QR Code”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77322-D767-48FA-8B58-EBE8D71798A3}"/>
              </a:ext>
            </a:extLst>
          </p:cNvPr>
          <p:cNvSpPr txBox="1"/>
          <p:nvPr/>
        </p:nvSpPr>
        <p:spPr>
          <a:xfrm>
            <a:off x="159026" y="463041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ขั้นตอนการสร้างสถานที่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79F244-D9A7-4F51-A6A6-711D64D467E1}"/>
              </a:ext>
            </a:extLst>
          </p:cNvPr>
          <p:cNvCxnSpPr>
            <a:cxnSpLocks/>
          </p:cNvCxnSpPr>
          <p:nvPr/>
        </p:nvCxnSpPr>
        <p:spPr>
          <a:xfrm>
            <a:off x="4334933" y="676940"/>
            <a:ext cx="74329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C0E53C9-9672-4AB6-AA8F-8853438DF625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757139-E3A4-4C7E-BEFE-4E80C74734A3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5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037560-84F4-4491-AF45-E0B211BDC66C}"/>
              </a:ext>
            </a:extLst>
          </p:cNvPr>
          <p:cNvSpPr/>
          <p:nvPr/>
        </p:nvSpPr>
        <p:spPr>
          <a:xfrm>
            <a:off x="9902092" y="1656863"/>
            <a:ext cx="1578708" cy="119575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CB814204-2A9B-4F10-9DBA-AED558B9CE26}"/>
              </a:ext>
            </a:extLst>
          </p:cNvPr>
          <p:cNvSpPr/>
          <p:nvPr/>
        </p:nvSpPr>
        <p:spPr>
          <a:xfrm>
            <a:off x="2697610" y="5123888"/>
            <a:ext cx="3274645" cy="1516182"/>
          </a:xfrm>
          <a:prstGeom prst="wedgeRectCallout">
            <a:avLst>
              <a:gd name="adj1" fmla="val 43927"/>
              <a:gd name="adj2" fmla="val -78956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จะมีหน้าต่างขึ้นมาให้พิมพ์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QR Code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สามารถเลือกว่าจะปริ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้น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หรือ บันทึกเป็น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ที่ตัวเลือก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ปลายทาง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766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37026" y="2345107"/>
            <a:ext cx="332494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2 ขั้นตอนการ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ตรวจสอบพื้นที่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90051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F65899-D6CD-4F4B-8B05-202F9D2B8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84" y="1173559"/>
            <a:ext cx="11284562" cy="52213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377322-D767-48FA-8B58-EBE8D71798A3}"/>
              </a:ext>
            </a:extLst>
          </p:cNvPr>
          <p:cNvSpPr txBox="1"/>
          <p:nvPr/>
        </p:nvSpPr>
        <p:spPr>
          <a:xfrm>
            <a:off x="159026" y="463041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2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ขั้นตอนการตรวจสอบพื้นที่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79F244-D9A7-4F51-A6A6-711D64D467E1}"/>
              </a:ext>
            </a:extLst>
          </p:cNvPr>
          <p:cNvCxnSpPr>
            <a:cxnSpLocks/>
          </p:cNvCxnSpPr>
          <p:nvPr/>
        </p:nvCxnSpPr>
        <p:spPr>
          <a:xfrm>
            <a:off x="4334933" y="676940"/>
            <a:ext cx="74329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C0E53C9-9672-4AB6-AA8F-8853438DF625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757139-E3A4-4C7E-BEFE-4E80C74734A3}"/>
              </a:ext>
            </a:extLst>
          </p:cNvPr>
          <p:cNvSpPr/>
          <p:nvPr/>
        </p:nvSpPr>
        <p:spPr>
          <a:xfrm>
            <a:off x="10999304" y="186782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7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7558300F-0F94-438C-8470-F64DA4B77C6F}"/>
              </a:ext>
            </a:extLst>
          </p:cNvPr>
          <p:cNvSpPr/>
          <p:nvPr/>
        </p:nvSpPr>
        <p:spPr>
          <a:xfrm>
            <a:off x="2810212" y="1305910"/>
            <a:ext cx="3551509" cy="826265"/>
          </a:xfrm>
          <a:prstGeom prst="wedgeRectCallout">
            <a:avLst>
              <a:gd name="adj1" fmla="val -71245"/>
              <a:gd name="adj2" fmla="val 11550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2.1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เข้ามาที่กลุ่มเมนู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การตรวจสอบพื้นที่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 หรือมาจากการเข้าผ่าน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QR Code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8D40984-846B-42ED-AE7A-B59EE1668624}"/>
              </a:ext>
            </a:extLst>
          </p:cNvPr>
          <p:cNvSpPr/>
          <p:nvPr/>
        </p:nvSpPr>
        <p:spPr>
          <a:xfrm>
            <a:off x="7994110" y="5054576"/>
            <a:ext cx="3268661" cy="646141"/>
          </a:xfrm>
          <a:prstGeom prst="wedgeRectCallout">
            <a:avLst>
              <a:gd name="adj1" fmla="val -60527"/>
              <a:gd name="adj2" fmla="val 2828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2.4 ใส่รายละเอียดต่างๆ และหมายเหตุได้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ED589A-8AA7-4069-AC79-717CD284A5E5}"/>
              </a:ext>
            </a:extLst>
          </p:cNvPr>
          <p:cNvSpPr/>
          <p:nvPr/>
        </p:nvSpPr>
        <p:spPr>
          <a:xfrm>
            <a:off x="407254" y="2815866"/>
            <a:ext cx="1391139" cy="9277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B1F3E983-5207-45EA-9BFE-57F5905CED1B}"/>
              </a:ext>
            </a:extLst>
          </p:cNvPr>
          <p:cNvSpPr/>
          <p:nvPr/>
        </p:nvSpPr>
        <p:spPr>
          <a:xfrm>
            <a:off x="4055945" y="2751907"/>
            <a:ext cx="2735624" cy="527811"/>
          </a:xfrm>
          <a:prstGeom prst="wedgeRectCallout">
            <a:avLst>
              <a:gd name="adj1" fmla="val -2045"/>
              <a:gd name="adj2" fmla="val 13549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2.2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เลือกสถานะการตรวจสอบ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7A6216AA-23DA-4A73-B208-6BFD54C8C62D}"/>
              </a:ext>
            </a:extLst>
          </p:cNvPr>
          <p:cNvSpPr/>
          <p:nvPr/>
        </p:nvSpPr>
        <p:spPr>
          <a:xfrm>
            <a:off x="7168112" y="4220867"/>
            <a:ext cx="4599817" cy="527811"/>
          </a:xfrm>
          <a:prstGeom prst="wedgeRectCallout">
            <a:avLst>
              <a:gd name="adj1" fmla="val -57690"/>
              <a:gd name="adj2" fmla="val -735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2.3 เลือกสถานที่ ***ถ้ามาจาก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QR Code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จะเลือกให้อยู่แล้ว***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BD8F0424-AACF-4764-B954-75E9B6956306}"/>
              </a:ext>
            </a:extLst>
          </p:cNvPr>
          <p:cNvSpPr/>
          <p:nvPr/>
        </p:nvSpPr>
        <p:spPr>
          <a:xfrm>
            <a:off x="8842266" y="1613544"/>
            <a:ext cx="1572348" cy="646141"/>
          </a:xfrm>
          <a:prstGeom prst="wedgeRectCallout">
            <a:avLst>
              <a:gd name="adj1" fmla="val 64869"/>
              <a:gd name="adj2" fmla="val 5807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2.5 กดบันทึก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7599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18590" y="2759974"/>
            <a:ext cx="336181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3 การดูประวัติ</a:t>
            </a:r>
            <a:b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ตรวจพื้นที่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80400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A84D2C-6F19-437D-B01F-7B0BE2699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761"/>
            <a:ext cx="12192000" cy="53331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377322-D767-48FA-8B58-EBE8D71798A3}"/>
              </a:ext>
            </a:extLst>
          </p:cNvPr>
          <p:cNvSpPr txBox="1"/>
          <p:nvPr/>
        </p:nvSpPr>
        <p:spPr>
          <a:xfrm>
            <a:off x="159026" y="463041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การดูประวัติตรวจพื้นที่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79F244-D9A7-4F51-A6A6-711D64D467E1}"/>
              </a:ext>
            </a:extLst>
          </p:cNvPr>
          <p:cNvCxnSpPr>
            <a:cxnSpLocks/>
          </p:cNvCxnSpPr>
          <p:nvPr/>
        </p:nvCxnSpPr>
        <p:spPr>
          <a:xfrm>
            <a:off x="4334933" y="676940"/>
            <a:ext cx="74329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C0E53C9-9672-4AB6-AA8F-8853438DF625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757139-E3A4-4C7E-BEFE-4E80C74734A3}"/>
              </a:ext>
            </a:extLst>
          </p:cNvPr>
          <p:cNvSpPr/>
          <p:nvPr/>
        </p:nvSpPr>
        <p:spPr>
          <a:xfrm>
            <a:off x="10999304" y="186782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</a:t>
            </a:r>
            <a:r>
              <a: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9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A5E6F33D-5957-4F8C-969F-5E77907E5DB5}"/>
              </a:ext>
            </a:extLst>
          </p:cNvPr>
          <p:cNvSpPr/>
          <p:nvPr/>
        </p:nvSpPr>
        <p:spPr>
          <a:xfrm>
            <a:off x="456011" y="1119468"/>
            <a:ext cx="3060911" cy="380116"/>
          </a:xfrm>
          <a:prstGeom prst="wedgeRectCallout">
            <a:avLst>
              <a:gd name="adj1" fmla="val -43779"/>
              <a:gd name="adj2" fmla="val 438476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เข้ามาที่เมนู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ประวัติตรวจสอบพื้นที่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A6F60683-46EA-4C14-8FFC-FAAE1A64124F}"/>
              </a:ext>
            </a:extLst>
          </p:cNvPr>
          <p:cNvSpPr/>
          <p:nvPr/>
        </p:nvSpPr>
        <p:spPr>
          <a:xfrm>
            <a:off x="7712767" y="731775"/>
            <a:ext cx="2740308" cy="380116"/>
          </a:xfrm>
          <a:prstGeom prst="wedgeRectCallout">
            <a:avLst>
              <a:gd name="adj1" fmla="val 55288"/>
              <a:gd name="adj2" fmla="val 4165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 เลือกบริษัทตามพื้นที่ที่ตรวจสอบ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170502-D7F5-4CE2-B2FC-6B04580FDB60}"/>
              </a:ext>
            </a:extLst>
          </p:cNvPr>
          <p:cNvSpPr/>
          <p:nvPr/>
        </p:nvSpPr>
        <p:spPr>
          <a:xfrm>
            <a:off x="1547446" y="1829569"/>
            <a:ext cx="10386646" cy="102304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5E2B7F5C-7321-489B-B24F-5DC2325BBE09}"/>
              </a:ext>
            </a:extLst>
          </p:cNvPr>
          <p:cNvSpPr/>
          <p:nvPr/>
        </p:nvSpPr>
        <p:spPr>
          <a:xfrm>
            <a:off x="6253325" y="2736428"/>
            <a:ext cx="4391229" cy="1002011"/>
          </a:xfrm>
          <a:prstGeom prst="wedgeRectCallout">
            <a:avLst>
              <a:gd name="adj1" fmla="val 66358"/>
              <a:gd name="adj2" fmla="val -6258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 เลือกช่วงวันที่ และสถานะตรวจสอบ กดปุ่มค้นหาสีฟ้า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*ปกติจะตั้งค่าไว้ระยะเวลา 1 เดือน*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61588094-F4C2-4229-BDC4-A3ABF1FF04B4}"/>
              </a:ext>
            </a:extLst>
          </p:cNvPr>
          <p:cNvSpPr/>
          <p:nvPr/>
        </p:nvSpPr>
        <p:spPr>
          <a:xfrm>
            <a:off x="2224494" y="3182872"/>
            <a:ext cx="2481385" cy="1002011"/>
          </a:xfrm>
          <a:prstGeom prst="wedgeRectCallout">
            <a:avLst>
              <a:gd name="adj1" fmla="val 82106"/>
              <a:gd name="adj2" fmla="val 6143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3.4 พิมพ์เพื่อกรอกข้อมูลอีกทีได้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0817F-466A-4BFF-AB43-208A37C537AD}"/>
              </a:ext>
            </a:extLst>
          </p:cNvPr>
          <p:cNvSpPr/>
          <p:nvPr/>
        </p:nvSpPr>
        <p:spPr>
          <a:xfrm>
            <a:off x="5431183" y="4415692"/>
            <a:ext cx="1063402" cy="28071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309D48-501B-4C6A-B57E-B5F6B87582D8}"/>
              </a:ext>
            </a:extLst>
          </p:cNvPr>
          <p:cNvSpPr/>
          <p:nvPr/>
        </p:nvSpPr>
        <p:spPr>
          <a:xfrm>
            <a:off x="1454765" y="5240215"/>
            <a:ext cx="530343" cy="28071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BE6DBF0E-BBC4-4921-957F-E4B979EF2138}"/>
              </a:ext>
            </a:extLst>
          </p:cNvPr>
          <p:cNvSpPr/>
          <p:nvPr/>
        </p:nvSpPr>
        <p:spPr>
          <a:xfrm>
            <a:off x="2728586" y="5784518"/>
            <a:ext cx="2481385" cy="1002011"/>
          </a:xfrm>
          <a:prstGeom prst="wedgeRectCallout">
            <a:avLst>
              <a:gd name="adj1" fmla="val -73485"/>
              <a:gd name="adj2" fmla="val -649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3.5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เพื่อเข้าไปยังหน้ากรอกเอกสารนั้นๆ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1721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434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171</cp:revision>
  <cp:lastPrinted>2024-05-15T07:29:50Z</cp:lastPrinted>
  <dcterms:created xsi:type="dcterms:W3CDTF">2023-12-26T02:33:08Z</dcterms:created>
  <dcterms:modified xsi:type="dcterms:W3CDTF">2025-07-09T09:54:55Z</dcterms:modified>
</cp:coreProperties>
</file>
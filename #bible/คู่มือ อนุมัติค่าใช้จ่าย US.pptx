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335" r:id="rId2"/>
    <p:sldId id="371" r:id="rId3"/>
    <p:sldId id="369" r:id="rId4"/>
    <p:sldId id="385" r:id="rId5"/>
    <p:sldId id="386" r:id="rId6"/>
    <p:sldId id="387" r:id="rId7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84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375" y="0"/>
            <a:ext cx="3170238" cy="481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7A5BED-988C-44A5-A63D-8E25F89ACFE5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838" y="4621213"/>
            <a:ext cx="5851525" cy="37798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375" y="9120188"/>
            <a:ext cx="3170238" cy="481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5F3106-7F23-49E9-916C-48ADFD1752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6276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17A72-5936-4523-B258-C6460E4C9F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AEC8EA-25CB-43EA-A453-968F5457EC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A7C25-7115-43E7-AB85-D1E749E475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76D08-D70C-4954-B9E2-974A5DCF0B92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9BC5CB-1F37-41D8-892A-EA6E09F76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7D6F-8B94-4382-9F73-2C2BFFF61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7562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84CC3-D05B-4163-8DA1-EC69AB4C3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AF2CFE-69FF-42D2-9594-DC2C25E158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7ADC2-3EB5-49F8-BF40-C94DABE08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1A620-FFAD-4E57-9AE0-9D3AA34AEEE5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B1266-40A4-44F1-8ED9-B3135C01F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91213D-9A71-4DF7-90E3-83019BE95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6351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19000-F78C-4D78-8EDD-E4299B631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D149C8-FD89-4843-9F7E-2EC6235AE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0FC646-2792-4D80-B9AA-352904154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970399-42A5-4301-95A7-05646DFF0FB4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AD291B-1096-4591-883D-37197C10CF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FA519D-E2EC-4832-999A-B889FF5AA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069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6BF70E-3D81-48B2-BACF-E712BA2C9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C5E13-35DC-44B2-B1BD-716D05E515A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07CC59-E8C7-4873-98CA-6146320FB1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D524AD-7EEC-4238-A068-57A7856E8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97CB22-0DD5-4DAD-A5C1-1FF73CAC01B7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0DEDF6-399C-4F07-B806-971F0DE4DE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4CE5AB-5F59-4CD7-A911-CBF5EA15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16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6AFAA-8A25-4294-A7FD-052B70E40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4FBE6E-2628-4E67-8B24-9F127B94C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72576A-401F-4254-A0EB-1D4FA9A2AB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51B07B-55DC-4246-A0A7-2C5EDEA862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A93DD6-B2BA-4ACF-AD73-1C618828ED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FDA330B-3E89-4024-A770-50B5AAF07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D8D9FD-20BC-418B-9248-0FCB0CE09270}" type="datetime1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0DE201B-4D1C-4F3D-AF32-A4BDED430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22499EA-FF97-49FB-B738-DEB4062B5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719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07E9-4350-49FE-8205-F7F4703109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75548-049D-4FF5-A177-BD2405AE6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2E2B74-C62A-427C-9651-A40D4F455C51}" type="datetime1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13246C-0167-4480-BA70-5FC9BA26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3D0C0E-8A22-4A19-8DE8-CA84FFBFB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808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91D701-F75E-4180-9CC7-DFDEABEF3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D1DC1-D55C-4A03-AEA9-5C3BF0D847B0}" type="datetime1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DBD52F-0162-49EA-A8A0-915695AC9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97FD98-B35A-41C9-8D1C-B67E6C657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3811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035E3-1313-4672-BA58-8FB3AE85A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FAD0-56BA-4275-942B-8377AD7F8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1E004-CD03-4F02-9842-BB75839834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AC281-25BA-4E84-8E5C-34EB74B84C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2681B-C817-4C7B-B925-B5A00EF619D1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EEEA7C-EBA9-4863-B264-F6C84B63CB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9D9AA7-F7A7-4C0E-B9A7-C7D387D38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4903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9E1707-AAFE-46F7-9AC7-E7F0565DD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144353-8DB7-44E7-AEB4-3437258313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CFA6F8-794D-445A-8E43-DBDDF1BB72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3D94CE-F473-40FD-8A23-726E6A1CB5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1A741B-9F8E-492A-A9F9-88035C7A14EA}" type="datetime1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9D6DE8-6911-4C27-AC9C-EBAC2EE960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CF369F-AB16-48A5-AD75-F02DBF039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21869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56569-618A-4831-8230-E2083BB0F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ABBF83-BC9D-4421-B573-34E09DD0C9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4BEE0-B382-42A6-95D3-614B2CCD3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28874F-8668-4CF3-829E-A58CCF679D0A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0DBCEB-0E9E-4D75-991E-5C4654B6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E7FD36-FA4D-40BC-BA31-632480A34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1992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C1767B-9D58-439F-A8B0-C7F1DC08C6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70D35F-FC0B-45CC-801E-4B097511C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CF7836-D1D4-4E43-9765-16A9A4BA3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5642B5-EBC0-4FF8-B554-C00B4E7FAF37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8DE800-AA78-4595-BB21-C92895FC65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F90240-FB4A-4477-AC07-1EFB2AB57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74647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DA7D7E-F4F1-4D16-B749-4ABAFC5D9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E6A1D7-CFC1-4AC5-9192-BFBCD90B7D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51B1EE-72AB-4868-BBC7-9751FA2F56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F46E45-01C5-4238-BDEE-9772C52AF16B}" type="datetime1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484284-191D-4F85-839C-B739D1E09D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291F8E-F4AC-452F-ADCA-92A471E64A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B5ECB-7121-40F8-8C06-FB69DE0C46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6955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tmp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A080DA7-22B9-4856-A70F-DB6D98CA9C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4653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E578B4A-1123-4D37-9A2A-D0FC32747CF7}"/>
              </a:ext>
            </a:extLst>
          </p:cNvPr>
          <p:cNvSpPr/>
          <p:nvPr/>
        </p:nvSpPr>
        <p:spPr>
          <a:xfrm>
            <a:off x="0" y="1857665"/>
            <a:ext cx="1219200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คู่มือการใช้งาน</a:t>
            </a:r>
          </a:p>
          <a:p>
            <a:pPr algn="ctr"/>
            <a:r>
              <a:rPr lang="th-TH" sz="6600" b="1" dirty="0">
                <a:latin typeface="AngsanaUPC" panose="02020603050405020304" pitchFamily="18" charset="-34"/>
                <a:cs typeface="+mj-cs"/>
              </a:rPr>
              <a:t>อนุมัติแบบฟอร์มค่าใช้จ่าย </a:t>
            </a:r>
            <a:r>
              <a:rPr lang="en-US" sz="6600" b="1" dirty="0">
                <a:latin typeface="AngsanaUPC" panose="02020603050405020304" pitchFamily="18" charset="-34"/>
                <a:cs typeface="+mj-cs"/>
              </a:rPr>
              <a:t>US</a:t>
            </a:r>
          </a:p>
          <a:p>
            <a:pPr algn="ctr"/>
            <a:r>
              <a:rPr lang="en-US" sz="6600" b="1" dirty="0">
                <a:latin typeface="AngsanaUPC" panose="02020603050405020304" pitchFamily="18" charset="-34"/>
                <a:cs typeface="+mj-cs"/>
              </a:rPr>
              <a:t>(Expenses Approval Form)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48A13E-557E-4A93-BA18-D6ED208A3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829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AF22821-3093-4EDD-AA66-F4D0FC3FAE93}"/>
              </a:ext>
            </a:extLst>
          </p:cNvPr>
          <p:cNvGrpSpPr/>
          <p:nvPr/>
        </p:nvGrpSpPr>
        <p:grpSpPr>
          <a:xfrm>
            <a:off x="1203960" y="685800"/>
            <a:ext cx="9784080" cy="5486400"/>
            <a:chOff x="277495" y="337185"/>
            <a:chExt cx="11541760" cy="649224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CAB5ADA9-E4C2-4DBC-8464-DFCDD711034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0087" r="10521"/>
            <a:stretch/>
          </p:blipFill>
          <p:spPr>
            <a:xfrm>
              <a:off x="277495" y="337185"/>
              <a:ext cx="11541760" cy="6492240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CD15EC5-BC08-4BC5-85FF-ED4C7CDEB7EA}"/>
                </a:ext>
              </a:extLst>
            </p:cNvPr>
            <p:cNvSpPr/>
            <p:nvPr/>
          </p:nvSpPr>
          <p:spPr>
            <a:xfrm>
              <a:off x="6096000" y="834301"/>
              <a:ext cx="4886325" cy="5490299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1. ขั้นตอน</a:t>
              </a:r>
            </a:p>
            <a:p>
              <a:pPr algn="ctr"/>
              <a:r>
                <a:rPr lang="th-TH" sz="60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การอนุมัติ</a:t>
              </a:r>
              <a:endParaRPr lang="en-US" sz="60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</p:grp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E78AF8-54B9-4F62-A89A-C6ED858C9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751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B66BC9-EAC7-4AD5-BADC-B04BEB90C402}"/>
              </a:ext>
            </a:extLst>
          </p:cNvPr>
          <p:cNvSpPr txBox="1"/>
          <p:nvPr/>
        </p:nvSpPr>
        <p:spPr>
          <a:xfrm>
            <a:off x="-1" y="726815"/>
            <a:ext cx="12179808" cy="461665"/>
          </a:xfrm>
          <a:prstGeom prst="rect">
            <a:avLst/>
          </a:prstGeom>
          <a:solidFill>
            <a:srgbClr val="C00000"/>
          </a:solidFill>
          <a:ln w="28575">
            <a:solidFill>
              <a:schemeClr val="tx1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th-TH" sz="2400" b="1" dirty="0">
                <a:cs typeface="+mj-cs"/>
              </a:rPr>
              <a:t>ขั้นตอนการดำเนินการ</a:t>
            </a:r>
            <a:endParaRPr lang="en-US" sz="2400" b="1" dirty="0">
              <a:cs typeface="+mj-cs"/>
            </a:endParaRPr>
          </a:p>
        </p:txBody>
      </p:sp>
      <p:graphicFrame>
        <p:nvGraphicFramePr>
          <p:cNvPr id="10" name="Table 19">
            <a:extLst>
              <a:ext uri="{FF2B5EF4-FFF2-40B4-BE49-F238E27FC236}">
                <a16:creationId xmlns:a16="http://schemas.microsoft.com/office/drawing/2014/main" id="{B699358E-4B00-44DF-8659-63A549FA1A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18803091"/>
              </p:ext>
            </p:extLst>
          </p:nvPr>
        </p:nvGraphicFramePr>
        <p:xfrm>
          <a:off x="-1" y="1218522"/>
          <a:ext cx="12192000" cy="365760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4341498">
                  <a:extLst>
                    <a:ext uri="{9D8B030D-6E8A-4147-A177-3AD203B41FA5}">
                      <a16:colId xmlns:a16="http://schemas.microsoft.com/office/drawing/2014/main" val="1594437184"/>
                    </a:ext>
                  </a:extLst>
                </a:gridCol>
                <a:gridCol w="2311852">
                  <a:extLst>
                    <a:ext uri="{9D8B030D-6E8A-4147-A177-3AD203B41FA5}">
                      <a16:colId xmlns:a16="http://schemas.microsoft.com/office/drawing/2014/main" val="1468033718"/>
                    </a:ext>
                  </a:extLst>
                </a:gridCol>
                <a:gridCol w="2342605">
                  <a:extLst>
                    <a:ext uri="{9D8B030D-6E8A-4147-A177-3AD203B41FA5}">
                      <a16:colId xmlns:a16="http://schemas.microsoft.com/office/drawing/2014/main" val="4102803201"/>
                    </a:ext>
                  </a:extLst>
                </a:gridCol>
                <a:gridCol w="3196045">
                  <a:extLst>
                    <a:ext uri="{9D8B030D-6E8A-4147-A177-3AD203B41FA5}">
                      <a16:colId xmlns:a16="http://schemas.microsoft.com/office/drawing/2014/main" val="263068930"/>
                    </a:ext>
                  </a:extLst>
                </a:gridCol>
              </a:tblGrid>
              <a:tr h="467403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Requester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Reviewer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Approver 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dirty="0"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Approver 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78708230"/>
                  </a:ext>
                </a:extLst>
              </a:tr>
              <a:tr h="3190197"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dirty="0"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53004777"/>
                  </a:ext>
                </a:extLst>
              </a:tr>
            </a:tbl>
          </a:graphicData>
        </a:graphic>
      </p:graphicFrame>
      <p:sp>
        <p:nvSpPr>
          <p:cNvPr id="4" name="Flowchart: Terminator 3">
            <a:extLst>
              <a:ext uri="{FF2B5EF4-FFF2-40B4-BE49-F238E27FC236}">
                <a16:creationId xmlns:a16="http://schemas.microsoft.com/office/drawing/2014/main" id="{CB4B7E3E-0BD7-471D-87D9-07CEA550DBFE}"/>
              </a:ext>
            </a:extLst>
          </p:cNvPr>
          <p:cNvSpPr/>
          <p:nvPr/>
        </p:nvSpPr>
        <p:spPr>
          <a:xfrm>
            <a:off x="277349" y="2093036"/>
            <a:ext cx="548640" cy="274320"/>
          </a:xfrm>
          <a:prstGeom prst="flowChartTerminator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Start</a:t>
            </a:r>
          </a:p>
        </p:txBody>
      </p:sp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22BEC7DC-9427-4E28-9899-B5F1DBEA0078}"/>
              </a:ext>
            </a:extLst>
          </p:cNvPr>
          <p:cNvSpPr/>
          <p:nvPr/>
        </p:nvSpPr>
        <p:spPr>
          <a:xfrm>
            <a:off x="1008230" y="1910156"/>
            <a:ext cx="109728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Create Expense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sp>
        <p:nvSpPr>
          <p:cNvPr id="8" name="Flowchart: Decision 7">
            <a:extLst>
              <a:ext uri="{FF2B5EF4-FFF2-40B4-BE49-F238E27FC236}">
                <a16:creationId xmlns:a16="http://schemas.microsoft.com/office/drawing/2014/main" id="{F16FB05F-A36C-4212-89E9-9D9EF6EEC1C1}"/>
              </a:ext>
            </a:extLst>
          </p:cNvPr>
          <p:cNvSpPr/>
          <p:nvPr/>
        </p:nvSpPr>
        <p:spPr>
          <a:xfrm>
            <a:off x="2284425" y="177299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20" name="Flowchart: Decision 19">
            <a:extLst>
              <a:ext uri="{FF2B5EF4-FFF2-40B4-BE49-F238E27FC236}">
                <a16:creationId xmlns:a16="http://schemas.microsoft.com/office/drawing/2014/main" id="{B328F575-42D8-4060-94F4-F45FA9603572}"/>
              </a:ext>
            </a:extLst>
          </p:cNvPr>
          <p:cNvSpPr/>
          <p:nvPr/>
        </p:nvSpPr>
        <p:spPr>
          <a:xfrm>
            <a:off x="4530279" y="177299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21" name="Flowchart: Process 20">
            <a:extLst>
              <a:ext uri="{FF2B5EF4-FFF2-40B4-BE49-F238E27FC236}">
                <a16:creationId xmlns:a16="http://schemas.microsoft.com/office/drawing/2014/main" id="{CEFEF1AD-1B3D-46F5-B018-125B664D08F1}"/>
              </a:ext>
            </a:extLst>
          </p:cNvPr>
          <p:cNvSpPr/>
          <p:nvPr/>
        </p:nvSpPr>
        <p:spPr>
          <a:xfrm>
            <a:off x="4758879" y="3229508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Expense 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60AE4D3-B4E2-4BC8-9E0A-FE2B3C789D52}"/>
              </a:ext>
            </a:extLst>
          </p:cNvPr>
          <p:cNvCxnSpPr>
            <a:stCxn id="4" idx="3"/>
            <a:endCxn id="6" idx="1"/>
          </p:cNvCxnSpPr>
          <p:nvPr/>
        </p:nvCxnSpPr>
        <p:spPr>
          <a:xfrm>
            <a:off x="825989" y="2230196"/>
            <a:ext cx="182241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DEE56B5-C5E3-4B7E-8395-9CDC09C12FF6}"/>
              </a:ext>
            </a:extLst>
          </p:cNvPr>
          <p:cNvCxnSpPr>
            <a:cxnSpLocks/>
            <a:stCxn id="6" idx="3"/>
            <a:endCxn id="8" idx="1"/>
          </p:cNvCxnSpPr>
          <p:nvPr/>
        </p:nvCxnSpPr>
        <p:spPr>
          <a:xfrm>
            <a:off x="2105510" y="2230196"/>
            <a:ext cx="178915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811A970-AA4B-41EC-B674-19730229F665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3656025" y="2230196"/>
            <a:ext cx="874254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52B89F0-A2C3-442B-82DD-D23482FB0E9F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>
            <a:off x="5216079" y="2687396"/>
            <a:ext cx="0" cy="54211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Connector: Elbow 35">
            <a:extLst>
              <a:ext uri="{FF2B5EF4-FFF2-40B4-BE49-F238E27FC236}">
                <a16:creationId xmlns:a16="http://schemas.microsoft.com/office/drawing/2014/main" id="{D23B22EF-EA6C-4A60-85E5-148F0384738B}"/>
              </a:ext>
            </a:extLst>
          </p:cNvPr>
          <p:cNvCxnSpPr>
            <a:cxnSpLocks/>
            <a:stCxn id="8" idx="2"/>
            <a:endCxn id="6" idx="2"/>
          </p:cNvCxnSpPr>
          <p:nvPr/>
        </p:nvCxnSpPr>
        <p:spPr>
          <a:xfrm rot="5400000" flipH="1">
            <a:off x="2194968" y="1912139"/>
            <a:ext cx="137160" cy="1413355"/>
          </a:xfrm>
          <a:prstGeom prst="bentConnector3">
            <a:avLst>
              <a:gd name="adj1" fmla="val -414287"/>
            </a:avLst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3" name="Flowchart: Decision 42">
            <a:extLst>
              <a:ext uri="{FF2B5EF4-FFF2-40B4-BE49-F238E27FC236}">
                <a16:creationId xmlns:a16="http://schemas.microsoft.com/office/drawing/2014/main" id="{B1CD3D0F-BBE2-4BD9-9DC2-5EAE1BCCF8CE}"/>
              </a:ext>
            </a:extLst>
          </p:cNvPr>
          <p:cNvSpPr/>
          <p:nvPr/>
        </p:nvSpPr>
        <p:spPr>
          <a:xfrm>
            <a:off x="6849325" y="177299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44" name="Flowchart: Process 43">
            <a:extLst>
              <a:ext uri="{FF2B5EF4-FFF2-40B4-BE49-F238E27FC236}">
                <a16:creationId xmlns:a16="http://schemas.microsoft.com/office/drawing/2014/main" id="{4CF02878-48AF-4EE6-9836-74B593726B02}"/>
              </a:ext>
            </a:extLst>
          </p:cNvPr>
          <p:cNvSpPr/>
          <p:nvPr/>
        </p:nvSpPr>
        <p:spPr>
          <a:xfrm>
            <a:off x="7077925" y="3229508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Expense 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AB4B1AD-4563-4FD3-84A7-CF8E0FC07ED4}"/>
              </a:ext>
            </a:extLst>
          </p:cNvPr>
          <p:cNvCxnSpPr>
            <a:cxnSpLocks/>
            <a:stCxn id="20" idx="3"/>
            <a:endCxn id="43" idx="1"/>
          </p:cNvCxnSpPr>
          <p:nvPr/>
        </p:nvCxnSpPr>
        <p:spPr>
          <a:xfrm>
            <a:off x="5901879" y="2230196"/>
            <a:ext cx="947446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117DF9D-51C6-4510-B4F0-664EACFAC1BC}"/>
              </a:ext>
            </a:extLst>
          </p:cNvPr>
          <p:cNvCxnSpPr>
            <a:cxnSpLocks/>
            <a:stCxn id="43" idx="2"/>
            <a:endCxn id="44" idx="0"/>
          </p:cNvCxnSpPr>
          <p:nvPr/>
        </p:nvCxnSpPr>
        <p:spPr>
          <a:xfrm>
            <a:off x="7535125" y="2687396"/>
            <a:ext cx="0" cy="54211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Flowchart: Decision 49">
            <a:extLst>
              <a:ext uri="{FF2B5EF4-FFF2-40B4-BE49-F238E27FC236}">
                <a16:creationId xmlns:a16="http://schemas.microsoft.com/office/drawing/2014/main" id="{67D686A2-4BCD-4516-BAFC-E606A94C16C7}"/>
              </a:ext>
            </a:extLst>
          </p:cNvPr>
          <p:cNvSpPr/>
          <p:nvPr/>
        </p:nvSpPr>
        <p:spPr>
          <a:xfrm>
            <a:off x="9193943" y="1772996"/>
            <a:ext cx="1371600" cy="914400"/>
          </a:xfrm>
          <a:prstGeom prst="flowChartDecision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</a:t>
            </a:r>
          </a:p>
        </p:txBody>
      </p:sp>
      <p:sp>
        <p:nvSpPr>
          <p:cNvPr id="51" name="Flowchart: Process 50">
            <a:extLst>
              <a:ext uri="{FF2B5EF4-FFF2-40B4-BE49-F238E27FC236}">
                <a16:creationId xmlns:a16="http://schemas.microsoft.com/office/drawing/2014/main" id="{4C3EDAA3-1478-4831-94F5-0EAEBFB66393}"/>
              </a:ext>
            </a:extLst>
          </p:cNvPr>
          <p:cNvSpPr/>
          <p:nvPr/>
        </p:nvSpPr>
        <p:spPr>
          <a:xfrm>
            <a:off x="9422543" y="3229508"/>
            <a:ext cx="914400" cy="640080"/>
          </a:xfrm>
          <a:prstGeom prst="flowChartProces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 Expense </a:t>
            </a:r>
          </a:p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Approval form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2C871934-704D-4945-A59B-C1BA59E93B44}"/>
              </a:ext>
            </a:extLst>
          </p:cNvPr>
          <p:cNvCxnSpPr>
            <a:cxnSpLocks/>
            <a:stCxn id="43" idx="3"/>
            <a:endCxn id="50" idx="1"/>
          </p:cNvCxnSpPr>
          <p:nvPr/>
        </p:nvCxnSpPr>
        <p:spPr>
          <a:xfrm>
            <a:off x="8220925" y="2230196"/>
            <a:ext cx="973018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383E4787-5651-4033-ABD6-03A6D492315B}"/>
              </a:ext>
            </a:extLst>
          </p:cNvPr>
          <p:cNvCxnSpPr>
            <a:cxnSpLocks/>
            <a:stCxn id="50" idx="2"/>
            <a:endCxn id="51" idx="0"/>
          </p:cNvCxnSpPr>
          <p:nvPr/>
        </p:nvCxnSpPr>
        <p:spPr>
          <a:xfrm>
            <a:off x="9879743" y="2687396"/>
            <a:ext cx="0" cy="54211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1C4FC49F-42BD-42CE-93AB-3C25A17F2E28}"/>
              </a:ext>
            </a:extLst>
          </p:cNvPr>
          <p:cNvSpPr txBox="1"/>
          <p:nvPr/>
        </p:nvSpPr>
        <p:spPr>
          <a:xfrm>
            <a:off x="2695906" y="2824555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7E723A9-75DA-4C3C-B7DB-084B64967B7A}"/>
              </a:ext>
            </a:extLst>
          </p:cNvPr>
          <p:cNvSpPr txBox="1"/>
          <p:nvPr/>
        </p:nvSpPr>
        <p:spPr>
          <a:xfrm>
            <a:off x="3738233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F0F6B771-FB48-4409-9584-DC495083AE7C}"/>
              </a:ext>
            </a:extLst>
          </p:cNvPr>
          <p:cNvSpPr txBox="1"/>
          <p:nvPr/>
        </p:nvSpPr>
        <p:spPr>
          <a:xfrm>
            <a:off x="5997469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69E4132-D8F6-490B-8E53-C9AE446B221A}"/>
              </a:ext>
            </a:extLst>
          </p:cNvPr>
          <p:cNvSpPr txBox="1"/>
          <p:nvPr/>
        </p:nvSpPr>
        <p:spPr>
          <a:xfrm>
            <a:off x="8341166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DAC1FCD0-39C8-483C-B02A-47D2E1F1A68B}"/>
              </a:ext>
            </a:extLst>
          </p:cNvPr>
          <p:cNvSpPr txBox="1"/>
          <p:nvPr/>
        </p:nvSpPr>
        <p:spPr>
          <a:xfrm>
            <a:off x="4950226" y="276528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242288-6BDE-43A8-A68A-0B5AA6D500A1}"/>
              </a:ext>
            </a:extLst>
          </p:cNvPr>
          <p:cNvSpPr txBox="1"/>
          <p:nvPr/>
        </p:nvSpPr>
        <p:spPr>
          <a:xfrm>
            <a:off x="7272825" y="276528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17E4A141-7F21-46AF-AA16-E2B38492C356}"/>
              </a:ext>
            </a:extLst>
          </p:cNvPr>
          <p:cNvSpPr txBox="1"/>
          <p:nvPr/>
        </p:nvSpPr>
        <p:spPr>
          <a:xfrm>
            <a:off x="9605423" y="2795980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Reject</a:t>
            </a:r>
          </a:p>
        </p:txBody>
      </p:sp>
      <p:sp>
        <p:nvSpPr>
          <p:cNvPr id="72" name="Flowchart: Terminator 71">
            <a:extLst>
              <a:ext uri="{FF2B5EF4-FFF2-40B4-BE49-F238E27FC236}">
                <a16:creationId xmlns:a16="http://schemas.microsoft.com/office/drawing/2014/main" id="{D5AE03E5-4BA7-463E-958B-677EEBAC721E}"/>
              </a:ext>
            </a:extLst>
          </p:cNvPr>
          <p:cNvSpPr/>
          <p:nvPr/>
        </p:nvSpPr>
        <p:spPr>
          <a:xfrm>
            <a:off x="11346182" y="2093036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E7F95A25-D882-4F7C-998F-D8896CB416A4}"/>
              </a:ext>
            </a:extLst>
          </p:cNvPr>
          <p:cNvCxnSpPr>
            <a:cxnSpLocks/>
            <a:stCxn id="50" idx="3"/>
            <a:endCxn id="72" idx="1"/>
          </p:cNvCxnSpPr>
          <p:nvPr/>
        </p:nvCxnSpPr>
        <p:spPr>
          <a:xfrm>
            <a:off x="10565543" y="2230196"/>
            <a:ext cx="780639" cy="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4808931-A5C8-4724-AA05-CA9FC4AD60D0}"/>
              </a:ext>
            </a:extLst>
          </p:cNvPr>
          <p:cNvSpPr txBox="1"/>
          <p:nvPr/>
        </p:nvSpPr>
        <p:spPr>
          <a:xfrm>
            <a:off x="10634786" y="2093036"/>
            <a:ext cx="548640" cy="274320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Angsana New" panose="02020603050405020304" pitchFamily="18" charset="-34"/>
                <a:cs typeface="Angsana New" panose="02020603050405020304" pitchFamily="18" charset="-34"/>
              </a:rPr>
              <a:t>Approve</a:t>
            </a:r>
          </a:p>
        </p:txBody>
      </p:sp>
      <p:sp>
        <p:nvSpPr>
          <p:cNvPr id="83" name="Flowchart: Terminator 82">
            <a:extLst>
              <a:ext uri="{FF2B5EF4-FFF2-40B4-BE49-F238E27FC236}">
                <a16:creationId xmlns:a16="http://schemas.microsoft.com/office/drawing/2014/main" id="{DE5B7818-3649-4E41-AB41-B505311C3D42}"/>
              </a:ext>
            </a:extLst>
          </p:cNvPr>
          <p:cNvSpPr/>
          <p:nvPr/>
        </p:nvSpPr>
        <p:spPr>
          <a:xfrm>
            <a:off x="9605423" y="4139558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20B7D4E5-5FB5-4612-A279-B4828EDD26D7}"/>
              </a:ext>
            </a:extLst>
          </p:cNvPr>
          <p:cNvCxnSpPr>
            <a:cxnSpLocks/>
            <a:stCxn id="51" idx="2"/>
            <a:endCxn id="83" idx="0"/>
          </p:cNvCxnSpPr>
          <p:nvPr/>
        </p:nvCxnSpPr>
        <p:spPr>
          <a:xfrm>
            <a:off x="9879743" y="3869588"/>
            <a:ext cx="0" cy="26997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7" name="Flowchart: Terminator 86">
            <a:extLst>
              <a:ext uri="{FF2B5EF4-FFF2-40B4-BE49-F238E27FC236}">
                <a16:creationId xmlns:a16="http://schemas.microsoft.com/office/drawing/2014/main" id="{2AFA6E07-6B09-4BED-91B1-451CC5EC90F9}"/>
              </a:ext>
            </a:extLst>
          </p:cNvPr>
          <p:cNvSpPr/>
          <p:nvPr/>
        </p:nvSpPr>
        <p:spPr>
          <a:xfrm>
            <a:off x="7260805" y="4139558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67B0D8C-39E1-477B-883C-3625751BBD81}"/>
              </a:ext>
            </a:extLst>
          </p:cNvPr>
          <p:cNvCxnSpPr>
            <a:cxnSpLocks/>
            <a:stCxn id="44" idx="2"/>
            <a:endCxn id="87" idx="0"/>
          </p:cNvCxnSpPr>
          <p:nvPr/>
        </p:nvCxnSpPr>
        <p:spPr>
          <a:xfrm>
            <a:off x="7535125" y="3869588"/>
            <a:ext cx="0" cy="269970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1" name="Flowchart: Terminator 90">
            <a:extLst>
              <a:ext uri="{FF2B5EF4-FFF2-40B4-BE49-F238E27FC236}">
                <a16:creationId xmlns:a16="http://schemas.microsoft.com/office/drawing/2014/main" id="{32EB2F60-5BE1-47C4-86AB-ED0B957C830D}"/>
              </a:ext>
            </a:extLst>
          </p:cNvPr>
          <p:cNvSpPr/>
          <p:nvPr/>
        </p:nvSpPr>
        <p:spPr>
          <a:xfrm>
            <a:off x="4941759" y="4137380"/>
            <a:ext cx="548640" cy="274320"/>
          </a:xfrm>
          <a:prstGeom prst="flowChartTerminator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dirty="0">
                <a:latin typeface="Angsana New" panose="02020603050405020304" pitchFamily="18" charset="-34"/>
                <a:cs typeface="Angsana New" panose="02020603050405020304" pitchFamily="18" charset="-34"/>
              </a:rPr>
              <a:t>End</a:t>
            </a:r>
          </a:p>
        </p:txBody>
      </p:sp>
      <p:cxnSp>
        <p:nvCxnSpPr>
          <p:cNvPr id="92" name="Straight Arrow Connector 91">
            <a:extLst>
              <a:ext uri="{FF2B5EF4-FFF2-40B4-BE49-F238E27FC236}">
                <a16:creationId xmlns:a16="http://schemas.microsoft.com/office/drawing/2014/main" id="{075E1D11-8477-49D4-845E-5856BB463080}"/>
              </a:ext>
            </a:extLst>
          </p:cNvPr>
          <p:cNvCxnSpPr>
            <a:cxnSpLocks/>
            <a:stCxn id="21" idx="2"/>
            <a:endCxn id="91" idx="0"/>
          </p:cNvCxnSpPr>
          <p:nvPr/>
        </p:nvCxnSpPr>
        <p:spPr>
          <a:xfrm>
            <a:off x="5216079" y="3869588"/>
            <a:ext cx="0" cy="267792"/>
          </a:xfrm>
          <a:prstGeom prst="straightConnector1">
            <a:avLst/>
          </a:prstGeom>
          <a:ln w="952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5" name="Slide Number Placeholder 94">
            <a:extLst>
              <a:ext uri="{FF2B5EF4-FFF2-40B4-BE49-F238E27FC236}">
                <a16:creationId xmlns:a16="http://schemas.microsoft.com/office/drawing/2014/main" id="{5604FC3C-F431-4B40-96B5-ABCBCBCF8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556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5534A1B-3F0F-433F-A6DE-C88BEB5956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642" y="1561124"/>
            <a:ext cx="7285416" cy="477129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272099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</a:t>
              </a:r>
              <a:r>
                <a:rPr lang="th-TH" sz="24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ขั้นตอนการอนุมัติ</a:t>
              </a:r>
              <a:endPara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949593" y="758518"/>
              <a:ext cx="8823307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4</a:t>
            </a:fld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60EA5E-BEF2-4C15-9CFC-B735CB33C383}"/>
              </a:ext>
            </a:extLst>
          </p:cNvPr>
          <p:cNvGrpSpPr/>
          <p:nvPr/>
        </p:nvGrpSpPr>
        <p:grpSpPr>
          <a:xfrm>
            <a:off x="245793" y="975457"/>
            <a:ext cx="8616853" cy="5034574"/>
            <a:chOff x="846797" y="1369983"/>
            <a:chExt cx="8616853" cy="5034574"/>
          </a:xfrm>
        </p:grpSpPr>
        <p:sp>
          <p:nvSpPr>
            <p:cNvPr id="8" name="Speech Bubble: Rectangle 7">
              <a:extLst>
                <a:ext uri="{FF2B5EF4-FFF2-40B4-BE49-F238E27FC236}">
                  <a16:creationId xmlns:a16="http://schemas.microsoft.com/office/drawing/2014/main" id="{BE0EBF74-FD11-4F0D-929D-4E9B34416AF1}"/>
                </a:ext>
              </a:extLst>
            </p:cNvPr>
            <p:cNvSpPr/>
            <p:nvPr/>
          </p:nvSpPr>
          <p:spPr>
            <a:xfrm>
              <a:off x="846797" y="1369983"/>
              <a:ext cx="2615028" cy="802309"/>
            </a:xfrm>
            <a:prstGeom prst="wedgeRectCallout">
              <a:avLst>
                <a:gd name="adj1" fmla="val 37902"/>
                <a:gd name="adj2" fmla="val 93820"/>
              </a:avLst>
            </a:prstGeom>
            <a:solidFill>
              <a:srgbClr val="FFFF99"/>
            </a:solidFill>
            <a:ln w="38100">
              <a:solidFill>
                <a:srgbClr val="FF0000"/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th-TH" sz="2000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1.1 จะมีเมลส่งมาหัวข้อ </a:t>
              </a:r>
              <a:r>
                <a:rPr lang="en-US" sz="2000" dirty="0">
                  <a:solidFill>
                    <a:schemeClr val="tx1"/>
                  </a:solidFill>
                  <a:latin typeface="AngsanaUPC" panose="02020603050405020304" pitchFamily="18" charset="-34"/>
                  <a:cs typeface="AngsanaUPC" panose="02020603050405020304" pitchFamily="18" charset="-34"/>
                </a:rPr>
                <a:t>CHAO US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874F90B-37C6-4958-8D46-A1E177217974}"/>
                </a:ext>
              </a:extLst>
            </p:cNvPr>
            <p:cNvSpPr/>
            <p:nvPr/>
          </p:nvSpPr>
          <p:spPr>
            <a:xfrm>
              <a:off x="7798973" y="5691402"/>
              <a:ext cx="1664677" cy="713155"/>
            </a:xfrm>
            <a:prstGeom prst="rect">
              <a:avLst/>
            </a:prstGeom>
            <a:noFill/>
            <a:ln w="38100">
              <a:solidFill>
                <a:srgbClr val="FF0000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E9B2BFDC-59DA-4894-B789-287525C688D9}"/>
              </a:ext>
            </a:extLst>
          </p:cNvPr>
          <p:cNvSpPr/>
          <p:nvPr/>
        </p:nvSpPr>
        <p:spPr>
          <a:xfrm>
            <a:off x="1988642" y="2301826"/>
            <a:ext cx="1926866" cy="60549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AAD38246-99AE-4988-B37C-CD578FBD69FC}"/>
              </a:ext>
            </a:extLst>
          </p:cNvPr>
          <p:cNvSpPr/>
          <p:nvPr/>
        </p:nvSpPr>
        <p:spPr>
          <a:xfrm>
            <a:off x="8799340" y="3710332"/>
            <a:ext cx="3119121" cy="1097280"/>
          </a:xfrm>
          <a:prstGeom prst="wedgeRectCallout">
            <a:avLst>
              <a:gd name="adj1" fmla="val -37711"/>
              <a:gd name="adj2" fmla="val 88551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1.2 Click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เพื่อเข้าไปหน้า </a:t>
            </a:r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Web app </a:t>
            </a:r>
            <a:r>
              <a:rPr lang="en-US" sz="2000" dirty="0" err="1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chaosua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9999010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B0954CE-2DA8-41E2-A676-549CDE47C0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446662"/>
            <a:ext cx="9909908" cy="4527339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2664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</a:t>
              </a:r>
              <a:r>
                <a:rPr lang="th-TH" sz="24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ขั้นตอนการอนุมัติ</a:t>
              </a:r>
              <a:endPara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892667" y="758518"/>
              <a:ext cx="8880233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5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B2BFDC-59DA-4894-B789-287525C688D9}"/>
              </a:ext>
            </a:extLst>
          </p:cNvPr>
          <p:cNvSpPr/>
          <p:nvPr/>
        </p:nvSpPr>
        <p:spPr>
          <a:xfrm flipV="1">
            <a:off x="4117926" y="3985846"/>
            <a:ext cx="3587261" cy="707161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Speech Bubble: Rectangle 17">
            <a:extLst>
              <a:ext uri="{FF2B5EF4-FFF2-40B4-BE49-F238E27FC236}">
                <a16:creationId xmlns:a16="http://schemas.microsoft.com/office/drawing/2014/main" id="{AAD38246-99AE-4988-B37C-CD578FBD69FC}"/>
              </a:ext>
            </a:extLst>
          </p:cNvPr>
          <p:cNvSpPr/>
          <p:nvPr/>
        </p:nvSpPr>
        <p:spPr>
          <a:xfrm>
            <a:off x="3156633" y="5259070"/>
            <a:ext cx="3119121" cy="1097280"/>
          </a:xfrm>
          <a:prstGeom prst="wedgeRectCallout">
            <a:avLst>
              <a:gd name="adj1" fmla="val -49989"/>
              <a:gd name="adj2" fmla="val -80965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1.3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หาชื่อของตนเองเลือกวันที่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28808A9D-7AA5-42A7-9DC0-666CD3EF2E07}"/>
              </a:ext>
            </a:extLst>
          </p:cNvPr>
          <p:cNvSpPr/>
          <p:nvPr/>
        </p:nvSpPr>
        <p:spPr>
          <a:xfrm>
            <a:off x="6949049" y="2224707"/>
            <a:ext cx="2343444" cy="1097280"/>
          </a:xfrm>
          <a:prstGeom prst="wedgeRectCallout">
            <a:avLst>
              <a:gd name="adj1" fmla="val -31698"/>
              <a:gd name="adj2" fmla="val 95673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1.4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กดรับทราบ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03021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D0D59CC-7820-4908-8499-CCD6706F9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350276"/>
            <a:ext cx="6394674" cy="50992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C1E8903A-7BF7-47D3-B26C-8354D7DB86A2}"/>
              </a:ext>
            </a:extLst>
          </p:cNvPr>
          <p:cNvSpPr/>
          <p:nvPr/>
        </p:nvSpPr>
        <p:spPr>
          <a:xfrm>
            <a:off x="0" y="0"/>
            <a:ext cx="12192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เจ้าสัว ฟู้ดส์ อินดัสทรี จำกัด (มหาชน)</a:t>
            </a:r>
          </a:p>
          <a:p>
            <a:pPr algn="r"/>
            <a:r>
              <a:rPr lang="th-TH" sz="1400" dirty="0">
                <a:solidFill>
                  <a:schemeClr val="bg1">
                    <a:lumMod val="50000"/>
                  </a:schemeClr>
                </a:solidFill>
                <a:latin typeface="AngsanaUPC" panose="02020603050405020304" pitchFamily="18" charset="-34"/>
                <a:cs typeface="+mj-cs"/>
              </a:rPr>
              <a:t>บริษัท โฮลซัม ทรี อินเตอร์เนชั่นแนล จำกัด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AngsanaUPC" panose="02020603050405020304" pitchFamily="18" charset="-34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AA96A1A-112B-40FC-B2B7-6AB6BAB05EC7}"/>
              </a:ext>
            </a:extLst>
          </p:cNvPr>
          <p:cNvGrpSpPr/>
          <p:nvPr/>
        </p:nvGrpSpPr>
        <p:grpSpPr>
          <a:xfrm>
            <a:off x="152399" y="523220"/>
            <a:ext cx="11887201" cy="461665"/>
            <a:chOff x="228598" y="527685"/>
            <a:chExt cx="11544302" cy="461665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03D689D2-AD4D-4A4F-9A76-1135D8B867C8}"/>
                </a:ext>
              </a:extLst>
            </p:cNvPr>
            <p:cNvSpPr txBox="1"/>
            <p:nvPr/>
          </p:nvSpPr>
          <p:spPr>
            <a:xfrm>
              <a:off x="228598" y="527685"/>
              <a:ext cx="266406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ขั้นตอนที่ 1: </a:t>
              </a:r>
              <a:r>
                <a:rPr lang="th-TH" sz="2400" b="1" dirty="0">
                  <a:solidFill>
                    <a:schemeClr val="tx1"/>
                  </a:solidFill>
                  <a:latin typeface="Angsana New" panose="02020603050405020304" pitchFamily="18" charset="-34"/>
                  <a:cs typeface="Angsana New" panose="02020603050405020304" pitchFamily="18" charset="-34"/>
                </a:rPr>
                <a:t>ขั้นตอนการอนุมัติ</a:t>
              </a:r>
              <a:endParaRPr lang="en-US" sz="2400" b="1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endParaRP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A82BC9D-DA6E-46F3-AC5A-8E5D6B993592}"/>
                </a:ext>
              </a:extLst>
            </p:cNvPr>
            <p:cNvCxnSpPr>
              <a:cxnSpLocks/>
              <a:stCxn id="9" idx="3"/>
            </p:cNvCxnSpPr>
            <p:nvPr/>
          </p:nvCxnSpPr>
          <p:spPr>
            <a:xfrm>
              <a:off x="2892667" y="758518"/>
              <a:ext cx="8880233" cy="4762"/>
            </a:xfrm>
            <a:prstGeom prst="line">
              <a:avLst/>
            </a:prstGeom>
            <a:ln w="38100" cmpd="thinThick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2C142EF4-5767-41D7-8EDB-AF486A3AD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B5ECB-7121-40F8-8C06-FB69DE0C46E1}" type="slidenum">
              <a:rPr lang="en-US" smtClean="0"/>
              <a:t>6</a:t>
            </a:fld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B2BFDC-59DA-4894-B789-287525C688D9}"/>
              </a:ext>
            </a:extLst>
          </p:cNvPr>
          <p:cNvSpPr/>
          <p:nvPr/>
        </p:nvSpPr>
        <p:spPr>
          <a:xfrm flipV="1">
            <a:off x="808111" y="3429000"/>
            <a:ext cx="3810781" cy="461665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Speech Bubble: Rectangle 18">
            <a:extLst>
              <a:ext uri="{FF2B5EF4-FFF2-40B4-BE49-F238E27FC236}">
                <a16:creationId xmlns:a16="http://schemas.microsoft.com/office/drawing/2014/main" id="{28808A9D-7AA5-42A7-9DC0-666CD3EF2E07}"/>
              </a:ext>
            </a:extLst>
          </p:cNvPr>
          <p:cNvSpPr/>
          <p:nvPr/>
        </p:nvSpPr>
        <p:spPr>
          <a:xfrm>
            <a:off x="7854461" y="2229468"/>
            <a:ext cx="3790461" cy="1947001"/>
          </a:xfrm>
          <a:prstGeom prst="wedgeRectCallout">
            <a:avLst>
              <a:gd name="adj1" fmla="val -56440"/>
              <a:gd name="adj2" fmla="val 84032"/>
            </a:avLst>
          </a:prstGeom>
          <a:solidFill>
            <a:srgbClr val="FFFF99"/>
          </a:solidFill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1.5 </a:t>
            </a:r>
            <a:r>
              <a:rPr lang="th-TH" sz="2000" dirty="0">
                <a:solidFill>
                  <a:schemeClr val="tx1"/>
                </a:solidFill>
                <a:latin typeface="AngsanaUPC" panose="02020603050405020304" pitchFamily="18" charset="-34"/>
                <a:cs typeface="AngsanaUPC" panose="02020603050405020304" pitchFamily="18" charset="-34"/>
              </a:rPr>
              <a:t>ถ้าเป็นเมลเอกสารยกเลิกไม่ต้องกดรับทราบ แต่ยังสามารถเข้าไปดูรายละเอียดต่างๆ ได้</a:t>
            </a:r>
            <a:endParaRPr lang="en-US" sz="2000" dirty="0">
              <a:solidFill>
                <a:schemeClr val="tx1"/>
              </a:solidFill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2EBD767-6ECC-4630-B369-8552B53AD206}"/>
              </a:ext>
            </a:extLst>
          </p:cNvPr>
          <p:cNvSpPr/>
          <p:nvPr/>
        </p:nvSpPr>
        <p:spPr>
          <a:xfrm flipV="1">
            <a:off x="815926" y="1306924"/>
            <a:ext cx="6104597" cy="684774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790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2144</TotalTime>
  <Words>230</Words>
  <Application>Microsoft Office PowerPoint</Application>
  <PresentationFormat>Widescreen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Isara Ownsuntea</dc:creator>
  <cp:lastModifiedBy>Kittanun Apisitamorn</cp:lastModifiedBy>
  <cp:revision>224</cp:revision>
  <cp:lastPrinted>2024-05-15T07:29:50Z</cp:lastPrinted>
  <dcterms:created xsi:type="dcterms:W3CDTF">2023-12-26T02:33:08Z</dcterms:created>
  <dcterms:modified xsi:type="dcterms:W3CDTF">2025-09-02T03:00:37Z</dcterms:modified>
</cp:coreProperties>
</file>
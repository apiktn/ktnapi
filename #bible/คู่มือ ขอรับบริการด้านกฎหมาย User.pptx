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35" r:id="rId2"/>
    <p:sldId id="368" r:id="rId3"/>
    <p:sldId id="369" r:id="rId4"/>
    <p:sldId id="371" r:id="rId5"/>
    <p:sldId id="385" r:id="rId6"/>
    <p:sldId id="386" r:id="rId7"/>
    <p:sldId id="387" r:id="rId8"/>
    <p:sldId id="388" r:id="rId9"/>
    <p:sldId id="389" r:id="rId10"/>
    <p:sldId id="390" r:id="rId11"/>
    <p:sldId id="399" r:id="rId12"/>
    <p:sldId id="400" r:id="rId13"/>
    <p:sldId id="401" r:id="rId14"/>
    <p:sldId id="402" r:id="rId15"/>
    <p:sldId id="403" r:id="rId16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4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695C2C-9155-4A7D-93C0-87E3F8886F5F}" type="doc">
      <dgm:prSet loTypeId="urn:microsoft.com/office/officeart/2005/8/layout/vList2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D245A08-E5B8-4A0E-B6C8-D67274B7CA48}">
      <dgm:prSet phldrT="[Text]"/>
      <dgm:spPr/>
      <dgm:t>
        <a:bodyPr/>
        <a:lstStyle/>
        <a:p>
          <a:r>
            <a:rPr lang="th-TH" b="0" dirty="0">
              <a:latin typeface="Angsana New" panose="02020603050405020304" pitchFamily="18" charset="-34"/>
              <a:cs typeface="Angsana New" panose="02020603050405020304" pitchFamily="18" charset="-34"/>
            </a:rPr>
            <a:t>1. ส่วนของ</a:t>
          </a:r>
          <a:r>
            <a:rPr lang="th-TH" b="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rPr>
            <a:t>ผู้แจ้ง</a:t>
          </a:r>
          <a:endParaRPr lang="en-US" b="0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DBB4007B-5300-49BF-8F18-7454422C36ED}" type="parTrans" cxnId="{0AF116E2-A502-485B-A4B1-82983930E54F}">
      <dgm:prSet/>
      <dgm:spPr/>
      <dgm:t>
        <a:bodyPr/>
        <a:lstStyle/>
        <a:p>
          <a:endParaRPr lang="en-US"/>
        </a:p>
      </dgm:t>
    </dgm:pt>
    <dgm:pt modelId="{33606F0A-1EC1-4933-890F-A95CF4ED6C53}" type="sibTrans" cxnId="{0AF116E2-A502-485B-A4B1-82983930E54F}">
      <dgm:prSet/>
      <dgm:spPr/>
      <dgm:t>
        <a:bodyPr/>
        <a:lstStyle/>
        <a:p>
          <a:endParaRPr lang="en-US"/>
        </a:p>
      </dgm:t>
    </dgm:pt>
    <dgm:pt modelId="{6201EEC1-0145-4E4D-BDEE-0E47824081F0}">
      <dgm:prSet phldrT="[Text]"/>
      <dgm:spPr/>
      <dgm:t>
        <a:bodyPr/>
        <a:lstStyle/>
        <a:p>
          <a:r>
            <a:rPr lang="th-TH" dirty="0">
              <a:latin typeface="Angsana New" panose="02020603050405020304" pitchFamily="18" charset="-34"/>
              <a:cs typeface="Angsana New" panose="02020603050405020304" pitchFamily="18" charset="-34"/>
            </a:rPr>
            <a:t>2. </a:t>
          </a:r>
          <a:r>
            <a:rPr lang="th-TH" b="0" dirty="0">
              <a:latin typeface="Angsana New" panose="02020603050405020304" pitchFamily="18" charset="-34"/>
              <a:cs typeface="Angsana New" panose="02020603050405020304" pitchFamily="18" charset="-34"/>
            </a:rPr>
            <a:t>ส่วนของ</a:t>
          </a:r>
          <a:r>
            <a:rPr lang="th-TH" b="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rPr>
            <a:t>ผู้ตรวจสอบ</a:t>
          </a:r>
          <a:endParaRPr lang="en-US" dirty="0"/>
        </a:p>
      </dgm:t>
    </dgm:pt>
    <dgm:pt modelId="{A40E2946-1B0E-49A9-9DC3-74D0024A2FF6}" type="parTrans" cxnId="{B5EA5588-743F-458E-B9DA-CF5179C873C1}">
      <dgm:prSet/>
      <dgm:spPr/>
      <dgm:t>
        <a:bodyPr/>
        <a:lstStyle/>
        <a:p>
          <a:endParaRPr lang="en-US"/>
        </a:p>
      </dgm:t>
    </dgm:pt>
    <dgm:pt modelId="{3A51F434-62B4-45BE-B3D8-C4B08582C528}" type="sibTrans" cxnId="{B5EA5588-743F-458E-B9DA-CF5179C873C1}">
      <dgm:prSet/>
      <dgm:spPr/>
      <dgm:t>
        <a:bodyPr/>
        <a:lstStyle/>
        <a:p>
          <a:endParaRPr lang="en-US"/>
        </a:p>
      </dgm:t>
    </dgm:pt>
    <dgm:pt modelId="{41D1BB73-2CDD-4CC2-BC5D-CBF8CBB07EE3}">
      <dgm:prSet/>
      <dgm:spPr/>
      <dgm:t>
        <a:bodyPr/>
        <a:lstStyle/>
        <a:p>
          <a:r>
            <a:rPr lang="th-TH" dirty="0">
              <a:cs typeface="+mj-cs"/>
            </a:rPr>
            <a:t>3.ประวัติเอกสาร</a:t>
          </a:r>
        </a:p>
      </dgm:t>
    </dgm:pt>
    <dgm:pt modelId="{633D6408-3DDE-407E-BA38-0FE26D1F7A59}" type="parTrans" cxnId="{A5920EF6-40DE-4DFD-9839-9C5DC678FD2F}">
      <dgm:prSet/>
      <dgm:spPr/>
      <dgm:t>
        <a:bodyPr/>
        <a:lstStyle/>
        <a:p>
          <a:endParaRPr lang="th-TH"/>
        </a:p>
      </dgm:t>
    </dgm:pt>
    <dgm:pt modelId="{760F07CD-ACB1-4639-893B-271FA4286F5A}" type="sibTrans" cxnId="{A5920EF6-40DE-4DFD-9839-9C5DC678FD2F}">
      <dgm:prSet/>
      <dgm:spPr/>
      <dgm:t>
        <a:bodyPr/>
        <a:lstStyle/>
        <a:p>
          <a:endParaRPr lang="th-TH"/>
        </a:p>
      </dgm:t>
    </dgm:pt>
    <dgm:pt modelId="{CAC5B043-1D72-4B31-9630-F64816FF91B9}" type="pres">
      <dgm:prSet presAssocID="{E3695C2C-9155-4A7D-93C0-87E3F8886F5F}" presName="linear" presStyleCnt="0">
        <dgm:presLayoutVars>
          <dgm:animLvl val="lvl"/>
          <dgm:resizeHandles val="exact"/>
        </dgm:presLayoutVars>
      </dgm:prSet>
      <dgm:spPr/>
    </dgm:pt>
    <dgm:pt modelId="{56B8999E-1F49-4934-BA8D-C4006028A4C7}" type="pres">
      <dgm:prSet presAssocID="{BD245A08-E5B8-4A0E-B6C8-D67274B7CA4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2408658-9524-4BDA-9712-B02DF556F386}" type="pres">
      <dgm:prSet presAssocID="{33606F0A-1EC1-4933-890F-A95CF4ED6C53}" presName="spacer" presStyleCnt="0"/>
      <dgm:spPr/>
    </dgm:pt>
    <dgm:pt modelId="{DD311F3E-1065-4C70-93E8-963F5A512DD7}" type="pres">
      <dgm:prSet presAssocID="{6201EEC1-0145-4E4D-BDEE-0E47824081F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CADC539-A0A7-447F-831B-76F6C298E0B6}" type="pres">
      <dgm:prSet presAssocID="{3A51F434-62B4-45BE-B3D8-C4B08582C528}" presName="spacer" presStyleCnt="0"/>
      <dgm:spPr/>
    </dgm:pt>
    <dgm:pt modelId="{A5B09FCE-152E-4DA0-9B91-51E869C78455}" type="pres">
      <dgm:prSet presAssocID="{41D1BB73-2CDD-4CC2-BC5D-CBF8CBB07EE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65A753C-8CCB-45CA-B185-1814E5789103}" type="presOf" srcId="{E3695C2C-9155-4A7D-93C0-87E3F8886F5F}" destId="{CAC5B043-1D72-4B31-9630-F64816FF91B9}" srcOrd="0" destOrd="0" presId="urn:microsoft.com/office/officeart/2005/8/layout/vList2"/>
    <dgm:cxn modelId="{0BDB387C-678D-434A-BE54-04F0D45536F8}" type="presOf" srcId="{41D1BB73-2CDD-4CC2-BC5D-CBF8CBB07EE3}" destId="{A5B09FCE-152E-4DA0-9B91-51E869C78455}" srcOrd="0" destOrd="0" presId="urn:microsoft.com/office/officeart/2005/8/layout/vList2"/>
    <dgm:cxn modelId="{B5EA5588-743F-458E-B9DA-CF5179C873C1}" srcId="{E3695C2C-9155-4A7D-93C0-87E3F8886F5F}" destId="{6201EEC1-0145-4E4D-BDEE-0E47824081F0}" srcOrd="1" destOrd="0" parTransId="{A40E2946-1B0E-49A9-9DC3-74D0024A2FF6}" sibTransId="{3A51F434-62B4-45BE-B3D8-C4B08582C528}"/>
    <dgm:cxn modelId="{27FB8C8C-BDA4-43D1-BBCD-B3E3039D1E5F}" type="presOf" srcId="{6201EEC1-0145-4E4D-BDEE-0E47824081F0}" destId="{DD311F3E-1065-4C70-93E8-963F5A512DD7}" srcOrd="0" destOrd="0" presId="urn:microsoft.com/office/officeart/2005/8/layout/vList2"/>
    <dgm:cxn modelId="{0AF116E2-A502-485B-A4B1-82983930E54F}" srcId="{E3695C2C-9155-4A7D-93C0-87E3F8886F5F}" destId="{BD245A08-E5B8-4A0E-B6C8-D67274B7CA48}" srcOrd="0" destOrd="0" parTransId="{DBB4007B-5300-49BF-8F18-7454422C36ED}" sibTransId="{33606F0A-1EC1-4933-890F-A95CF4ED6C53}"/>
    <dgm:cxn modelId="{A5920EF6-40DE-4DFD-9839-9C5DC678FD2F}" srcId="{E3695C2C-9155-4A7D-93C0-87E3F8886F5F}" destId="{41D1BB73-2CDD-4CC2-BC5D-CBF8CBB07EE3}" srcOrd="2" destOrd="0" parTransId="{633D6408-3DDE-407E-BA38-0FE26D1F7A59}" sibTransId="{760F07CD-ACB1-4639-893B-271FA4286F5A}"/>
    <dgm:cxn modelId="{D36D83FB-6831-4418-B7C4-B206DFB687E6}" type="presOf" srcId="{BD245A08-E5B8-4A0E-B6C8-D67274B7CA48}" destId="{56B8999E-1F49-4934-BA8D-C4006028A4C7}" srcOrd="0" destOrd="0" presId="urn:microsoft.com/office/officeart/2005/8/layout/vList2"/>
    <dgm:cxn modelId="{12034E5E-5BC4-4588-8B56-39F61BCF887F}" type="presParOf" srcId="{CAC5B043-1D72-4B31-9630-F64816FF91B9}" destId="{56B8999E-1F49-4934-BA8D-C4006028A4C7}" srcOrd="0" destOrd="0" presId="urn:microsoft.com/office/officeart/2005/8/layout/vList2"/>
    <dgm:cxn modelId="{62864D07-61A3-4072-A321-03D1F3D201D1}" type="presParOf" srcId="{CAC5B043-1D72-4B31-9630-F64816FF91B9}" destId="{E2408658-9524-4BDA-9712-B02DF556F386}" srcOrd="1" destOrd="0" presId="urn:microsoft.com/office/officeart/2005/8/layout/vList2"/>
    <dgm:cxn modelId="{433478F7-E293-43A6-B846-8B566F0B0B72}" type="presParOf" srcId="{CAC5B043-1D72-4B31-9630-F64816FF91B9}" destId="{DD311F3E-1065-4C70-93E8-963F5A512DD7}" srcOrd="2" destOrd="0" presId="urn:microsoft.com/office/officeart/2005/8/layout/vList2"/>
    <dgm:cxn modelId="{86475D21-2590-4D97-BD8A-AAA82BB291C6}" type="presParOf" srcId="{CAC5B043-1D72-4B31-9630-F64816FF91B9}" destId="{CCADC539-A0A7-447F-831B-76F6C298E0B6}" srcOrd="3" destOrd="0" presId="urn:microsoft.com/office/officeart/2005/8/layout/vList2"/>
    <dgm:cxn modelId="{A46418BB-6F3E-4A63-BD13-9A1E72A81671}" type="presParOf" srcId="{CAC5B043-1D72-4B31-9630-F64816FF91B9}" destId="{A5B09FCE-152E-4DA0-9B91-51E869C7845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B8999E-1F49-4934-BA8D-C4006028A4C7}">
      <dsp:nvSpPr>
        <dsp:cNvPr id="0" name=""/>
        <dsp:cNvSpPr/>
      </dsp:nvSpPr>
      <dsp:spPr>
        <a:xfrm>
          <a:off x="0" y="80752"/>
          <a:ext cx="5943600" cy="171112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6500" b="0" kern="1200" dirty="0">
              <a:latin typeface="Angsana New" panose="02020603050405020304" pitchFamily="18" charset="-34"/>
              <a:cs typeface="Angsana New" panose="02020603050405020304" pitchFamily="18" charset="-34"/>
            </a:rPr>
            <a:t>1. ส่วนของ</a:t>
          </a:r>
          <a:r>
            <a:rPr lang="th-TH" sz="6500" b="0" kern="12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rPr>
            <a:t>ผู้แจ้ง</a:t>
          </a:r>
          <a:endParaRPr lang="en-US" sz="6500" b="0" kern="1200" dirty="0"/>
        </a:p>
      </dsp:txBody>
      <dsp:txXfrm>
        <a:off x="83530" y="164282"/>
        <a:ext cx="5776540" cy="1544065"/>
      </dsp:txXfrm>
    </dsp:sp>
    <dsp:sp modelId="{DD311F3E-1065-4C70-93E8-963F5A512DD7}">
      <dsp:nvSpPr>
        <dsp:cNvPr id="0" name=""/>
        <dsp:cNvSpPr/>
      </dsp:nvSpPr>
      <dsp:spPr>
        <a:xfrm>
          <a:off x="0" y="1979077"/>
          <a:ext cx="5943600" cy="171112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65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2. </a:t>
          </a:r>
          <a:r>
            <a:rPr lang="th-TH" sz="6500" b="0" kern="1200" dirty="0">
              <a:latin typeface="Angsana New" panose="02020603050405020304" pitchFamily="18" charset="-34"/>
              <a:cs typeface="Angsana New" panose="02020603050405020304" pitchFamily="18" charset="-34"/>
            </a:rPr>
            <a:t>ส่วนของ</a:t>
          </a:r>
          <a:r>
            <a:rPr lang="th-TH" sz="6500" b="0" kern="12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rPr>
            <a:t>ผู้ตรวจสอบ</a:t>
          </a:r>
          <a:endParaRPr lang="en-US" sz="6500" kern="1200" dirty="0"/>
        </a:p>
      </dsp:txBody>
      <dsp:txXfrm>
        <a:off x="83530" y="2062607"/>
        <a:ext cx="5776540" cy="1544065"/>
      </dsp:txXfrm>
    </dsp:sp>
    <dsp:sp modelId="{A5B09FCE-152E-4DA0-9B91-51E869C78455}">
      <dsp:nvSpPr>
        <dsp:cNvPr id="0" name=""/>
        <dsp:cNvSpPr/>
      </dsp:nvSpPr>
      <dsp:spPr>
        <a:xfrm>
          <a:off x="0" y="3877402"/>
          <a:ext cx="5943600" cy="171112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6500" kern="1200" dirty="0">
              <a:cs typeface="+mj-cs"/>
            </a:rPr>
            <a:t>3.ประวัติเอกสาร</a:t>
          </a:r>
        </a:p>
      </dsp:txBody>
      <dsp:txXfrm>
        <a:off x="83530" y="3960932"/>
        <a:ext cx="5776540" cy="15440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A5BED-988C-44A5-A63D-8E25F89ACFE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F3106-7F23-49E9-916C-48ADFD175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2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F3106-7F23-49E9-916C-48ADFD1752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65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7A72-5936-4523-B258-C6460E4C9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AEC8EA-25CB-43EA-A453-968F5457E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A7C25-7115-43E7-AB85-D1E749E47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6D08-D70C-4954-B9E2-974A5DCF0B92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BC5CB-1F37-41D8-892A-EA6E09F7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7D6F-8B94-4382-9F73-2C2BFFF6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5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4CC3-D05B-4163-8DA1-EC69AB4C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F2CFE-69FF-42D2-9594-DC2C25E15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7ADC2-3EB5-49F8-BF40-C94DABE0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A620-FFAD-4E57-9AE0-9D3AA34AEEE5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B1266-40A4-44F1-8ED9-B3135C01F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1213D-9A71-4DF7-90E3-83019BE9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3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9000-F78C-4D78-8EDD-E4299B63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149C8-FD89-4843-9F7E-2EC6235AE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FC646-2792-4D80-B9AA-35290415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0399-42A5-4301-95A7-05646DFF0FB4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D291B-1096-4591-883D-37197C10C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A519D-E2EC-4832-999A-B889FF5AA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69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BF70E-3D81-48B2-BACF-E712BA2C9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C5E13-35DC-44B2-B1BD-716D05E51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7CC59-E8C7-4873-98CA-6146320FB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524AD-7EEC-4238-A068-57A7856E8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7CB22-0DD5-4DAD-A5C1-1FF73CAC01B7}" type="datetime1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DEDF6-399C-4F07-B806-971F0DE4D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CE5AB-5F59-4CD7-A911-CBF5EA15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6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6AFAA-8A25-4294-A7FD-052B70E40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BE6E-2628-4E67-8B24-9F127B94C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2576A-401F-4254-A0EB-1D4FA9A2A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1B07B-55DC-4246-A0A7-2C5EDEA862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93DD6-B2BA-4ACF-AD73-1C618828E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A330B-3E89-4024-A770-50B5AAF07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8D9FD-20BC-418B-9248-0FCB0CE09270}" type="datetime1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E201B-4D1C-4F3D-AF32-A4BDED43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499EA-FF97-49FB-B738-DEB4062B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19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07E9-4350-49FE-8205-F7F47031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75548-049D-4FF5-A177-BD2405AE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2B74-C62A-427C-9651-A40D4F455C51}" type="datetime1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3246C-0167-4480-BA70-5FC9BA26F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D0C0E-8A22-4A19-8DE8-CA84FFBF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0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91D701-F75E-4180-9CC7-DFDEABEF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D1DC1-D55C-4A03-AEA9-5C3BF0D847B0}" type="datetime1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BD52F-0162-49EA-A8A0-915695AC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7FD98-B35A-41C9-8D1C-B67E6C65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8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35E3-1313-4672-BA58-8FB3AE85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7FAD0-56BA-4275-942B-8377AD7F8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1E004-CD03-4F02-9842-BB7583983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AC281-25BA-4E84-8E5C-34EB74B8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681B-C817-4C7B-B925-B5A00EF619D1}" type="datetime1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EEA7C-EBA9-4863-B264-F6C84B63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D9AA7-F7A7-4C0E-B9A7-C7D387D3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49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E1707-AAFE-46F7-9AC7-E7F0565DD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44353-8DB7-44E7-AEB4-343725831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FA6F8-794D-445A-8E43-DBDDF1BB7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D94CE-F473-40FD-8A23-726E6A1C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741B-9F8E-492A-A9F9-88035C7A14EA}" type="datetime1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D6DE8-6911-4C27-AC9C-EBAC2EE9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F369F-AB16-48A5-AD75-F02DBF03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86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6569-618A-4831-8230-E2083BB0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BBF83-BC9D-4421-B573-34E09DD0C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4BEE0-B382-42A6-95D3-614B2CCD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874F-8668-4CF3-829E-A58CCF679D0A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DBCEB-0E9E-4D75-991E-5C4654B6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FD36-FA4D-40BC-BA31-632480A3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9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C1767B-9D58-439F-A8B0-C7F1DC08C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0D35F-FC0B-45CC-801E-4B097511C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F7836-D1D4-4E43-9765-16A9A4BA3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642B5-EBC0-4FF8-B554-C00B4E7FAF37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DE800-AA78-4595-BB21-C92895FC6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90240-FB4A-4477-AC07-1EFB2AB57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6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7D7E-F4F1-4D16-B749-4ABAFC5D9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6A1D7-CFC1-4AC5-9192-BFBCD90B7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1B1EE-72AB-4868-BBC7-9751FA2F5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46E45-01C5-4238-BDEE-9772C52AF16B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84284-191D-4F85-839C-B739D1E09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91F8E-F4AC-452F-ADCA-92A471E64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9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80DA7-22B9-4856-A70F-DB6D98CA9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578B4A-1123-4D37-9A2A-D0FC32747CF7}"/>
              </a:ext>
            </a:extLst>
          </p:cNvPr>
          <p:cNvSpPr/>
          <p:nvPr/>
        </p:nvSpPr>
        <p:spPr>
          <a:xfrm>
            <a:off x="0" y="1857665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6600" b="1" dirty="0">
                <a:latin typeface="AngsanaUPC" panose="02020603050405020304" pitchFamily="18" charset="-34"/>
                <a:cs typeface="+mj-cs"/>
              </a:rPr>
              <a:t>คู่มือการใช้งาน</a:t>
            </a:r>
          </a:p>
          <a:p>
            <a:pPr algn="ctr"/>
            <a:r>
              <a:rPr lang="th-TH" sz="6600" b="1" dirty="0">
                <a:latin typeface="AngsanaUPC" panose="02020603050405020304" pitchFamily="18" charset="-34"/>
                <a:cs typeface="+mj-cs"/>
              </a:rPr>
              <a:t>แบบฟอร์มขอรับบริการด้านกฎหมาย</a:t>
            </a:r>
            <a:endParaRPr lang="en-US" sz="6600" b="1" dirty="0">
              <a:latin typeface="AngsanaUPC" panose="02020603050405020304" pitchFamily="18" charset="-34"/>
              <a:cs typeface="+mj-cs"/>
            </a:endParaRPr>
          </a:p>
          <a:p>
            <a:pPr algn="ctr"/>
            <a:r>
              <a:rPr lang="en-US" sz="6600" b="1" dirty="0">
                <a:latin typeface="AngsanaUPC" panose="02020603050405020304" pitchFamily="18" charset="-34"/>
                <a:cs typeface="+mj-cs"/>
              </a:rPr>
              <a:t>(Legal Service Form)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8A13E-557E-4A93-BA18-D6ED208A3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9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51299-7069-4DA3-9ADE-4F7240D8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2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772214E-B934-4FDE-AE36-2C24BA59F4B8}"/>
              </a:ext>
            </a:extLst>
          </p:cNvPr>
          <p:cNvGrpSpPr/>
          <p:nvPr/>
        </p:nvGrpSpPr>
        <p:grpSpPr>
          <a:xfrm>
            <a:off x="1295400" y="594360"/>
            <a:ext cx="10058400" cy="5669280"/>
            <a:chOff x="1464733" y="594360"/>
            <a:chExt cx="10058400" cy="5669280"/>
          </a:xfrm>
        </p:grpSpPr>
        <p:graphicFrame>
          <p:nvGraphicFramePr>
            <p:cNvPr id="2" name="Diagram 1">
              <a:extLst>
                <a:ext uri="{FF2B5EF4-FFF2-40B4-BE49-F238E27FC236}">
                  <a16:creationId xmlns:a16="http://schemas.microsoft.com/office/drawing/2014/main" id="{AB41EE3C-6F2E-49CC-A8C0-8CC9E0BF50C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65138923"/>
                </p:ext>
              </p:extLst>
            </p:nvPr>
          </p:nvGraphicFramePr>
          <p:xfrm>
            <a:off x="5579533" y="594360"/>
            <a:ext cx="5943600" cy="566928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7C29A6D-83F6-433B-9705-D69FDDC2C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64733" y="1539474"/>
              <a:ext cx="3657600" cy="396447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150504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B66BC9-EAC7-4AD5-BADC-B04BEB90C402}"/>
              </a:ext>
            </a:extLst>
          </p:cNvPr>
          <p:cNvSpPr txBox="1"/>
          <p:nvPr/>
        </p:nvSpPr>
        <p:spPr>
          <a:xfrm>
            <a:off x="-1" y="726815"/>
            <a:ext cx="12179808" cy="461665"/>
          </a:xfrm>
          <a:prstGeom prst="rect">
            <a:avLst/>
          </a:prstGeom>
          <a:solidFill>
            <a:srgbClr val="C00000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cs typeface="+mj-cs"/>
              </a:rPr>
              <a:t>ขั้นตอนการดำเนินการ</a:t>
            </a:r>
            <a:endParaRPr lang="en-US" sz="2400" b="1" dirty="0">
              <a:cs typeface="+mj-cs"/>
            </a:endParaRPr>
          </a:p>
        </p:txBody>
      </p:sp>
      <p:graphicFrame>
        <p:nvGraphicFramePr>
          <p:cNvPr id="10" name="Table 19">
            <a:extLst>
              <a:ext uri="{FF2B5EF4-FFF2-40B4-BE49-F238E27FC236}">
                <a16:creationId xmlns:a16="http://schemas.microsoft.com/office/drawing/2014/main" id="{B699358E-4B00-44DF-8659-63A549FA1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541119"/>
              </p:ext>
            </p:extLst>
          </p:nvPr>
        </p:nvGraphicFramePr>
        <p:xfrm>
          <a:off x="-1" y="1218522"/>
          <a:ext cx="12192001" cy="36576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946032">
                  <a:extLst>
                    <a:ext uri="{9D8B030D-6E8A-4147-A177-3AD203B41FA5}">
                      <a16:colId xmlns:a16="http://schemas.microsoft.com/office/drawing/2014/main" val="159443718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468033718"/>
                    </a:ext>
                  </a:extLst>
                </a:gridCol>
                <a:gridCol w="2078892">
                  <a:extLst>
                    <a:ext uri="{9D8B030D-6E8A-4147-A177-3AD203B41FA5}">
                      <a16:colId xmlns:a16="http://schemas.microsoft.com/office/drawing/2014/main" val="3705466270"/>
                    </a:ext>
                  </a:extLst>
                </a:gridCol>
                <a:gridCol w="2219569">
                  <a:extLst>
                    <a:ext uri="{9D8B030D-6E8A-4147-A177-3AD203B41FA5}">
                      <a16:colId xmlns:a16="http://schemas.microsoft.com/office/drawing/2014/main" val="4102803201"/>
                    </a:ext>
                  </a:extLst>
                </a:gridCol>
                <a:gridCol w="2078893">
                  <a:extLst>
                    <a:ext uri="{9D8B030D-6E8A-4147-A177-3AD203B41FA5}">
                      <a16:colId xmlns:a16="http://schemas.microsoft.com/office/drawing/2014/main" val="263068930"/>
                    </a:ext>
                  </a:extLst>
                </a:gridCol>
                <a:gridCol w="1735015">
                  <a:extLst>
                    <a:ext uri="{9D8B030D-6E8A-4147-A177-3AD203B41FA5}">
                      <a16:colId xmlns:a16="http://schemas.microsoft.com/office/drawing/2014/main" val="660281167"/>
                    </a:ext>
                  </a:extLst>
                </a:gridCol>
              </a:tblGrid>
              <a:tr h="467403"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ผู้แจ้ง</a:t>
                      </a:r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ผู้บังคับบัญชาของผู้แจ้ง</a:t>
                      </a:r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ผู้รับแจ้ง</a:t>
                      </a:r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ผู้ดำเนินการ</a:t>
                      </a:r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ผู้อนุมัติ</a:t>
                      </a:r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8708230"/>
                  </a:ext>
                </a:extLst>
              </a:tr>
              <a:tr h="3190197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3004777"/>
                  </a:ext>
                </a:extLst>
              </a:tr>
            </a:tbl>
          </a:graphicData>
        </a:graphic>
      </p:graphicFrame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CB4B7E3E-0BD7-471D-87D9-07CEA550DBFE}"/>
              </a:ext>
            </a:extLst>
          </p:cNvPr>
          <p:cNvSpPr/>
          <p:nvPr/>
        </p:nvSpPr>
        <p:spPr>
          <a:xfrm>
            <a:off x="27120" y="2093036"/>
            <a:ext cx="548640" cy="274320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Start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22BEC7DC-9427-4E28-9899-B5F1DBEA0078}"/>
              </a:ext>
            </a:extLst>
          </p:cNvPr>
          <p:cNvSpPr/>
          <p:nvPr/>
        </p:nvSpPr>
        <p:spPr>
          <a:xfrm>
            <a:off x="721891" y="1910159"/>
            <a:ext cx="1097280" cy="64008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Legal Service form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F16FB05F-A36C-4212-89E9-9D9EF6EEC1C1}"/>
              </a:ext>
            </a:extLst>
          </p:cNvPr>
          <p:cNvSpPr/>
          <p:nvPr/>
        </p:nvSpPr>
        <p:spPr>
          <a:xfrm>
            <a:off x="2120241" y="1772996"/>
            <a:ext cx="1215466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B328F575-42D8-4060-94F4-F45FA9603572}"/>
              </a:ext>
            </a:extLst>
          </p:cNvPr>
          <p:cNvSpPr/>
          <p:nvPr/>
        </p:nvSpPr>
        <p:spPr>
          <a:xfrm>
            <a:off x="4185253" y="1772996"/>
            <a:ext cx="1215466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CEFEF1AD-1B3D-46F5-B018-125B664D08F1}"/>
              </a:ext>
            </a:extLst>
          </p:cNvPr>
          <p:cNvSpPr/>
          <p:nvPr/>
        </p:nvSpPr>
        <p:spPr>
          <a:xfrm>
            <a:off x="4335786" y="3263871"/>
            <a:ext cx="914400" cy="64008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 Legal Service form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60AE4D3-B4E2-4BC8-9E0A-FE2B3C789D5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575760" y="2230196"/>
            <a:ext cx="146131" cy="3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EE56B5-C5E3-4B7E-8395-9CDC09C12FF6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1819171" y="2230196"/>
            <a:ext cx="301070" cy="3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811A970-AA4B-41EC-B674-19730229F665}"/>
              </a:ext>
            </a:extLst>
          </p:cNvPr>
          <p:cNvCxnSpPr>
            <a:cxnSpLocks/>
            <a:stCxn id="8" idx="3"/>
            <a:endCxn id="20" idx="1"/>
          </p:cNvCxnSpPr>
          <p:nvPr/>
        </p:nvCxnSpPr>
        <p:spPr>
          <a:xfrm>
            <a:off x="3335707" y="2230196"/>
            <a:ext cx="849546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52B89F0-A2C3-442B-82DD-D23482FB0E9F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4792986" y="2687396"/>
            <a:ext cx="0" cy="576475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D23B22EF-EA6C-4A60-85E5-148F0384738B}"/>
              </a:ext>
            </a:extLst>
          </p:cNvPr>
          <p:cNvCxnSpPr>
            <a:cxnSpLocks/>
            <a:stCxn id="8" idx="2"/>
            <a:endCxn id="6" idx="2"/>
          </p:cNvCxnSpPr>
          <p:nvPr/>
        </p:nvCxnSpPr>
        <p:spPr>
          <a:xfrm rot="5400000" flipH="1">
            <a:off x="1930674" y="1890097"/>
            <a:ext cx="137157" cy="1457443"/>
          </a:xfrm>
          <a:prstGeom prst="bentConnector3">
            <a:avLst>
              <a:gd name="adj1" fmla="val -166670"/>
            </a:avLst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Flowchart: Decision 42">
            <a:extLst>
              <a:ext uri="{FF2B5EF4-FFF2-40B4-BE49-F238E27FC236}">
                <a16:creationId xmlns:a16="http://schemas.microsoft.com/office/drawing/2014/main" id="{B1CD3D0F-BBE2-4BD9-9DC2-5EAE1BCCF8CE}"/>
              </a:ext>
            </a:extLst>
          </p:cNvPr>
          <p:cNvSpPr/>
          <p:nvPr/>
        </p:nvSpPr>
        <p:spPr>
          <a:xfrm>
            <a:off x="6287819" y="1786016"/>
            <a:ext cx="1371600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Process</a:t>
            </a:r>
          </a:p>
        </p:txBody>
      </p:sp>
      <p:sp>
        <p:nvSpPr>
          <p:cNvPr id="44" name="Flowchart: Process 43">
            <a:extLst>
              <a:ext uri="{FF2B5EF4-FFF2-40B4-BE49-F238E27FC236}">
                <a16:creationId xmlns:a16="http://schemas.microsoft.com/office/drawing/2014/main" id="{4CF02878-48AF-4EE6-9836-74B593726B02}"/>
              </a:ext>
            </a:extLst>
          </p:cNvPr>
          <p:cNvSpPr/>
          <p:nvPr/>
        </p:nvSpPr>
        <p:spPr>
          <a:xfrm>
            <a:off x="6516419" y="3434220"/>
            <a:ext cx="914400" cy="64008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 Legal Service form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AB4B1AD-4563-4FD3-84A7-CF8E0FC07ED4}"/>
              </a:ext>
            </a:extLst>
          </p:cNvPr>
          <p:cNvCxnSpPr>
            <a:cxnSpLocks/>
            <a:stCxn id="20" idx="3"/>
            <a:endCxn id="43" idx="1"/>
          </p:cNvCxnSpPr>
          <p:nvPr/>
        </p:nvCxnSpPr>
        <p:spPr>
          <a:xfrm>
            <a:off x="5400719" y="2230196"/>
            <a:ext cx="887100" cy="1302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117DF9D-51C6-4510-B4F0-664EACFAC1BC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6973619" y="2700416"/>
            <a:ext cx="0" cy="733804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Flowchart: Decision 49">
            <a:extLst>
              <a:ext uri="{FF2B5EF4-FFF2-40B4-BE49-F238E27FC236}">
                <a16:creationId xmlns:a16="http://schemas.microsoft.com/office/drawing/2014/main" id="{67D686A2-4BCD-4516-BAFC-E606A94C16C7}"/>
              </a:ext>
            </a:extLst>
          </p:cNvPr>
          <p:cNvSpPr/>
          <p:nvPr/>
        </p:nvSpPr>
        <p:spPr>
          <a:xfrm>
            <a:off x="8546518" y="1772996"/>
            <a:ext cx="1215466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51" name="Flowchart: Process 50">
            <a:extLst>
              <a:ext uri="{FF2B5EF4-FFF2-40B4-BE49-F238E27FC236}">
                <a16:creationId xmlns:a16="http://schemas.microsoft.com/office/drawing/2014/main" id="{4C3EDAA3-1478-4831-94F5-0EAEBFB66393}"/>
              </a:ext>
            </a:extLst>
          </p:cNvPr>
          <p:cNvSpPr/>
          <p:nvPr/>
        </p:nvSpPr>
        <p:spPr>
          <a:xfrm>
            <a:off x="8697051" y="3241870"/>
            <a:ext cx="914400" cy="64008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 Expense </a:t>
            </a:r>
          </a:p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Approval form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C871934-704D-4945-A59B-C1BA59E93B44}"/>
              </a:ext>
            </a:extLst>
          </p:cNvPr>
          <p:cNvCxnSpPr>
            <a:cxnSpLocks/>
            <a:stCxn id="43" idx="3"/>
            <a:endCxn id="50" idx="1"/>
          </p:cNvCxnSpPr>
          <p:nvPr/>
        </p:nvCxnSpPr>
        <p:spPr>
          <a:xfrm flipV="1">
            <a:off x="7659419" y="2230196"/>
            <a:ext cx="887099" cy="1302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83E4787-5651-4033-ABD6-03A6D492315B}"/>
              </a:ext>
            </a:extLst>
          </p:cNvPr>
          <p:cNvCxnSpPr>
            <a:cxnSpLocks/>
            <a:stCxn id="50" idx="2"/>
            <a:endCxn id="51" idx="0"/>
          </p:cNvCxnSpPr>
          <p:nvPr/>
        </p:nvCxnSpPr>
        <p:spPr>
          <a:xfrm>
            <a:off x="9154251" y="2687396"/>
            <a:ext cx="0" cy="554474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C4FC49F-42BD-42CE-93AB-3C25A17F2E28}"/>
              </a:ext>
            </a:extLst>
          </p:cNvPr>
          <p:cNvSpPr txBox="1"/>
          <p:nvPr/>
        </p:nvSpPr>
        <p:spPr>
          <a:xfrm>
            <a:off x="2514169" y="2788054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E723A9-75DA-4C3C-B7DB-084B64967B7A}"/>
              </a:ext>
            </a:extLst>
          </p:cNvPr>
          <p:cNvSpPr txBox="1"/>
          <p:nvPr/>
        </p:nvSpPr>
        <p:spPr>
          <a:xfrm>
            <a:off x="3445002" y="2081541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F6B771-FB48-4409-9584-DC495083AE7C}"/>
              </a:ext>
            </a:extLst>
          </p:cNvPr>
          <p:cNvSpPr txBox="1"/>
          <p:nvPr/>
        </p:nvSpPr>
        <p:spPr>
          <a:xfrm>
            <a:off x="5481794" y="2093036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9E4132-D8F6-490B-8E53-C9AE446B221A}"/>
              </a:ext>
            </a:extLst>
          </p:cNvPr>
          <p:cNvSpPr txBox="1"/>
          <p:nvPr/>
        </p:nvSpPr>
        <p:spPr>
          <a:xfrm>
            <a:off x="7734846" y="2093036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Success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C1FCD0-39C8-483C-B02A-47D2E1F1A68B}"/>
              </a:ext>
            </a:extLst>
          </p:cNvPr>
          <p:cNvSpPr txBox="1"/>
          <p:nvPr/>
        </p:nvSpPr>
        <p:spPr>
          <a:xfrm>
            <a:off x="4528817" y="2795980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242288-6BDE-43A8-A68A-0B5AA6D500A1}"/>
              </a:ext>
            </a:extLst>
          </p:cNvPr>
          <p:cNvSpPr txBox="1"/>
          <p:nvPr/>
        </p:nvSpPr>
        <p:spPr>
          <a:xfrm>
            <a:off x="6694029" y="2795980"/>
            <a:ext cx="548640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Not success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E4A141-7F21-46AF-AA16-E2B38492C356}"/>
              </a:ext>
            </a:extLst>
          </p:cNvPr>
          <p:cNvSpPr txBox="1"/>
          <p:nvPr/>
        </p:nvSpPr>
        <p:spPr>
          <a:xfrm>
            <a:off x="8895569" y="2771410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</a:t>
            </a:r>
          </a:p>
        </p:txBody>
      </p:sp>
      <p:sp>
        <p:nvSpPr>
          <p:cNvPr id="72" name="Flowchart: Terminator 71">
            <a:extLst>
              <a:ext uri="{FF2B5EF4-FFF2-40B4-BE49-F238E27FC236}">
                <a16:creationId xmlns:a16="http://schemas.microsoft.com/office/drawing/2014/main" id="{D5AE03E5-4BA7-463E-958B-677EEBAC721E}"/>
              </a:ext>
            </a:extLst>
          </p:cNvPr>
          <p:cNvSpPr/>
          <p:nvPr/>
        </p:nvSpPr>
        <p:spPr>
          <a:xfrm>
            <a:off x="11021529" y="3453656"/>
            <a:ext cx="548640" cy="274320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End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7F95A25-D882-4F7C-998F-D8896CB416A4}"/>
              </a:ext>
            </a:extLst>
          </p:cNvPr>
          <p:cNvCxnSpPr>
            <a:cxnSpLocks/>
            <a:stCxn id="50" idx="3"/>
            <a:endCxn id="141" idx="1"/>
          </p:cNvCxnSpPr>
          <p:nvPr/>
        </p:nvCxnSpPr>
        <p:spPr>
          <a:xfrm>
            <a:off x="9761984" y="2230196"/>
            <a:ext cx="887099" cy="1302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4808931-A5C8-4724-AA05-CA9FC4AD60D0}"/>
              </a:ext>
            </a:extLst>
          </p:cNvPr>
          <p:cNvSpPr txBox="1"/>
          <p:nvPr/>
        </p:nvSpPr>
        <p:spPr>
          <a:xfrm>
            <a:off x="9824189" y="2081541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83" name="Flowchart: Terminator 82">
            <a:extLst>
              <a:ext uri="{FF2B5EF4-FFF2-40B4-BE49-F238E27FC236}">
                <a16:creationId xmlns:a16="http://schemas.microsoft.com/office/drawing/2014/main" id="{DE5B7818-3649-4E41-AB41-B505311C3D42}"/>
              </a:ext>
            </a:extLst>
          </p:cNvPr>
          <p:cNvSpPr/>
          <p:nvPr/>
        </p:nvSpPr>
        <p:spPr>
          <a:xfrm>
            <a:off x="8876754" y="4243015"/>
            <a:ext cx="548640" cy="274320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End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0B7D4E5-5FB5-4612-A279-B4828EDD26D7}"/>
              </a:ext>
            </a:extLst>
          </p:cNvPr>
          <p:cNvCxnSpPr>
            <a:cxnSpLocks/>
            <a:stCxn id="51" idx="2"/>
            <a:endCxn id="83" idx="0"/>
          </p:cNvCxnSpPr>
          <p:nvPr/>
        </p:nvCxnSpPr>
        <p:spPr>
          <a:xfrm flipH="1">
            <a:off x="9151074" y="3881950"/>
            <a:ext cx="3177" cy="361065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Flowchart: Terminator 86">
            <a:extLst>
              <a:ext uri="{FF2B5EF4-FFF2-40B4-BE49-F238E27FC236}">
                <a16:creationId xmlns:a16="http://schemas.microsoft.com/office/drawing/2014/main" id="{2AFA6E07-6B09-4BED-91B1-451CC5EC90F9}"/>
              </a:ext>
            </a:extLst>
          </p:cNvPr>
          <p:cNvSpPr/>
          <p:nvPr/>
        </p:nvSpPr>
        <p:spPr>
          <a:xfrm>
            <a:off x="6699299" y="4348620"/>
            <a:ext cx="548640" cy="274320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End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67B0D8C-39E1-477B-883C-3625751BBD81}"/>
              </a:ext>
            </a:extLst>
          </p:cNvPr>
          <p:cNvCxnSpPr>
            <a:cxnSpLocks/>
            <a:stCxn id="44" idx="2"/>
            <a:endCxn id="87" idx="0"/>
          </p:cNvCxnSpPr>
          <p:nvPr/>
        </p:nvCxnSpPr>
        <p:spPr>
          <a:xfrm>
            <a:off x="6973619" y="4074300"/>
            <a:ext cx="0" cy="27432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Flowchart: Terminator 90">
            <a:extLst>
              <a:ext uri="{FF2B5EF4-FFF2-40B4-BE49-F238E27FC236}">
                <a16:creationId xmlns:a16="http://schemas.microsoft.com/office/drawing/2014/main" id="{32EB2F60-5BE1-47C4-86AB-ED0B957C830D}"/>
              </a:ext>
            </a:extLst>
          </p:cNvPr>
          <p:cNvSpPr/>
          <p:nvPr/>
        </p:nvSpPr>
        <p:spPr>
          <a:xfrm>
            <a:off x="4518666" y="4179578"/>
            <a:ext cx="548640" cy="274320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End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75E1D11-8477-49D4-845E-5856BB463080}"/>
              </a:ext>
            </a:extLst>
          </p:cNvPr>
          <p:cNvCxnSpPr>
            <a:cxnSpLocks/>
            <a:stCxn id="21" idx="2"/>
            <a:endCxn id="91" idx="0"/>
          </p:cNvCxnSpPr>
          <p:nvPr/>
        </p:nvCxnSpPr>
        <p:spPr>
          <a:xfrm>
            <a:off x="4792986" y="3903951"/>
            <a:ext cx="0" cy="275627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Slide Number Placeholder 94">
            <a:extLst>
              <a:ext uri="{FF2B5EF4-FFF2-40B4-BE49-F238E27FC236}">
                <a16:creationId xmlns:a16="http://schemas.microsoft.com/office/drawing/2014/main" id="{5604FC3C-F431-4B40-96B5-ABCBCBCF8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3</a:t>
            </a:fld>
            <a:endParaRPr lang="en-US"/>
          </a:p>
        </p:txBody>
      </p:sp>
      <p:sp>
        <p:nvSpPr>
          <p:cNvPr id="141" name="Flowchart: Decision 140">
            <a:extLst>
              <a:ext uri="{FF2B5EF4-FFF2-40B4-BE49-F238E27FC236}">
                <a16:creationId xmlns:a16="http://schemas.microsoft.com/office/drawing/2014/main" id="{A9A3B169-A83C-4BF4-95B2-58D6ECB0EC0F}"/>
              </a:ext>
            </a:extLst>
          </p:cNvPr>
          <p:cNvSpPr/>
          <p:nvPr/>
        </p:nvSpPr>
        <p:spPr>
          <a:xfrm>
            <a:off x="10649083" y="1786016"/>
            <a:ext cx="1293532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936FE856-9BE9-4DA8-9E17-83182E535373}"/>
              </a:ext>
            </a:extLst>
          </p:cNvPr>
          <p:cNvCxnSpPr>
            <a:cxnSpLocks/>
            <a:stCxn id="141" idx="2"/>
            <a:endCxn id="72" idx="0"/>
          </p:cNvCxnSpPr>
          <p:nvPr/>
        </p:nvCxnSpPr>
        <p:spPr>
          <a:xfrm>
            <a:off x="11295849" y="2700416"/>
            <a:ext cx="0" cy="75324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7724208F-2A97-41EA-8579-38B30F2F609C}"/>
              </a:ext>
            </a:extLst>
          </p:cNvPr>
          <p:cNvSpPr txBox="1"/>
          <p:nvPr/>
        </p:nvSpPr>
        <p:spPr>
          <a:xfrm>
            <a:off x="11021529" y="2886335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</p:spTree>
    <p:extLst>
      <p:ext uri="{BB962C8B-B14F-4D97-AF65-F5344CB8AC3E}">
        <p14:creationId xmlns:p14="http://schemas.microsoft.com/office/powerpoint/2010/main" val="3536556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F22821-3093-4EDD-AA66-F4D0FC3FAE93}"/>
              </a:ext>
            </a:extLst>
          </p:cNvPr>
          <p:cNvGrpSpPr/>
          <p:nvPr/>
        </p:nvGrpSpPr>
        <p:grpSpPr>
          <a:xfrm>
            <a:off x="1203960" y="685800"/>
            <a:ext cx="9784080" cy="5486400"/>
            <a:chOff x="277495" y="337185"/>
            <a:chExt cx="11541760" cy="64922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B5ADA9-E4C2-4DBC-8464-DFCDD7110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7" r="10521"/>
            <a:stretch/>
          </p:blipFill>
          <p:spPr>
            <a:xfrm>
              <a:off x="277495" y="337185"/>
              <a:ext cx="11541760" cy="64922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D15EC5-BC08-4BC5-85FF-ED4C7CDEB7EA}"/>
                </a:ext>
              </a:extLst>
            </p:cNvPr>
            <p:cNvSpPr/>
            <p:nvPr/>
          </p:nvSpPr>
          <p:spPr>
            <a:xfrm>
              <a:off x="6096000" y="834301"/>
              <a:ext cx="4886325" cy="5490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1. ส่วนของ</a:t>
              </a:r>
              <a:b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</a:br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ผู้แจ้ง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78AF8-54B9-4F62-A89A-C6ED858C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75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E0C940-8C5D-49F3-8CD3-CB3F6EEBE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54" y="2754431"/>
            <a:ext cx="2452832" cy="238373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8" y="527685"/>
              <a:ext cx="1772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 ผู้แจ้ง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000850" y="758518"/>
              <a:ext cx="9772050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5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E0EBF74-FD11-4F0D-929D-4E9B34416AF1}"/>
              </a:ext>
            </a:extLst>
          </p:cNvPr>
          <p:cNvSpPr/>
          <p:nvPr/>
        </p:nvSpPr>
        <p:spPr>
          <a:xfrm>
            <a:off x="792480" y="1046440"/>
            <a:ext cx="10607040" cy="1097280"/>
          </a:xfrm>
          <a:prstGeom prst="wedgeRectCallout">
            <a:avLst>
              <a:gd name="adj1" fmla="val -27312"/>
              <a:gd name="adj2" fmla="val 508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 เมื่อผู้แจ้งมีความประสงค์ ใช้บริการด้านกฎหมาย ให้เข้ามาที่ แถบเมนู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แบบฟอร์มขอรับบริการ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ของแผนกกฎหมาย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2C6A88-E9FA-490C-8E0C-62459BABCBE0}"/>
              </a:ext>
            </a:extLst>
          </p:cNvPr>
          <p:cNvSpPr/>
          <p:nvPr/>
        </p:nvSpPr>
        <p:spPr>
          <a:xfrm>
            <a:off x="368888" y="3912258"/>
            <a:ext cx="2286364" cy="34159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4497E8-705F-4CC4-9749-00527F444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811" y="2351066"/>
            <a:ext cx="8002375" cy="41878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6C1E5CAB-DC11-46DF-8718-8773A577A9AE}"/>
              </a:ext>
            </a:extLst>
          </p:cNvPr>
          <p:cNvSpPr/>
          <p:nvPr/>
        </p:nvSpPr>
        <p:spPr>
          <a:xfrm>
            <a:off x="2980746" y="3826381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901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498BC2-E58D-424E-B185-317B62E23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04" y="984885"/>
            <a:ext cx="6187976" cy="50524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8" y="527685"/>
              <a:ext cx="1772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 ผู้แจ้ง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000850" y="758518"/>
              <a:ext cx="9772050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6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E0EBF74-FD11-4F0D-929D-4E9B34416AF1}"/>
              </a:ext>
            </a:extLst>
          </p:cNvPr>
          <p:cNvSpPr/>
          <p:nvPr/>
        </p:nvSpPr>
        <p:spPr>
          <a:xfrm>
            <a:off x="5476630" y="1710719"/>
            <a:ext cx="3290278" cy="686678"/>
          </a:xfrm>
          <a:prstGeom prst="wedgeRectCallout">
            <a:avLst>
              <a:gd name="adj1" fmla="val -52940"/>
              <a:gd name="adj2" fmla="val 857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1.2 เลือกวันที่ต้องการ คล</a:t>
            </a:r>
            <a:r>
              <a:rPr lang="th-TH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ิ๊ก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ปุ่มปฏิทิน 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B48034-BFE5-4623-A94C-6043453BF68A}"/>
              </a:ext>
            </a:extLst>
          </p:cNvPr>
          <p:cNvSpPr/>
          <p:nvPr/>
        </p:nvSpPr>
        <p:spPr>
          <a:xfrm>
            <a:off x="4557934" y="2485330"/>
            <a:ext cx="486896" cy="35950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B76544CF-4314-4898-9013-A433845519EB}"/>
              </a:ext>
            </a:extLst>
          </p:cNvPr>
          <p:cNvSpPr/>
          <p:nvPr/>
        </p:nvSpPr>
        <p:spPr>
          <a:xfrm>
            <a:off x="7121769" y="2844837"/>
            <a:ext cx="3290278" cy="1185442"/>
          </a:xfrm>
          <a:prstGeom prst="wedgeRectCallout">
            <a:avLst>
              <a:gd name="adj1" fmla="val -66243"/>
              <a:gd name="adj2" fmla="val -21632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1.3 เลือกประเภท</a:t>
            </a: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*** หากไม่เลือกประเภทก่อนจะไม่เห็นส่วนของความต้องการ ***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12CB2E-AFFE-4D64-93C5-08E860314B1B}"/>
              </a:ext>
            </a:extLst>
          </p:cNvPr>
          <p:cNvSpPr/>
          <p:nvPr/>
        </p:nvSpPr>
        <p:spPr>
          <a:xfrm>
            <a:off x="638518" y="3401683"/>
            <a:ext cx="5910773" cy="156108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2BD7DF3A-70E0-4B32-A456-4183E85CBE37}"/>
              </a:ext>
            </a:extLst>
          </p:cNvPr>
          <p:cNvSpPr/>
          <p:nvPr/>
        </p:nvSpPr>
        <p:spPr>
          <a:xfrm>
            <a:off x="7121769" y="4276028"/>
            <a:ext cx="3290278" cy="871253"/>
          </a:xfrm>
          <a:prstGeom prst="wedgeRectCallout">
            <a:avLst>
              <a:gd name="adj1" fmla="val -78832"/>
              <a:gd name="adj2" fmla="val -2432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1.4 เลือกความต้องการ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(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ได้มากกว่า 1 ข้อ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)</a:t>
            </a: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C6D70ABA-0F84-4EDA-9EBD-A7436663B1B9}"/>
              </a:ext>
            </a:extLst>
          </p:cNvPr>
          <p:cNvSpPr/>
          <p:nvPr/>
        </p:nvSpPr>
        <p:spPr>
          <a:xfrm>
            <a:off x="7321061" y="5444680"/>
            <a:ext cx="3290278" cy="871253"/>
          </a:xfrm>
          <a:prstGeom prst="wedgeRectCallout">
            <a:avLst>
              <a:gd name="adj1" fmla="val -78832"/>
              <a:gd name="adj2" fmla="val -2432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1.5 เลือกความเร่งด่วนของงาน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68844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2667AB-9141-446E-81DB-2AA482C9F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152" y="984885"/>
            <a:ext cx="5433145" cy="29491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B8BE26-AD1D-4830-B50D-6FE9E2235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26" y="2560927"/>
            <a:ext cx="5928874" cy="39779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8" y="527685"/>
              <a:ext cx="1772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 ผู้แจ้ง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000850" y="758518"/>
              <a:ext cx="9772050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E0EBF74-FD11-4F0D-929D-4E9B34416AF1}"/>
              </a:ext>
            </a:extLst>
          </p:cNvPr>
          <p:cNvSpPr/>
          <p:nvPr/>
        </p:nvSpPr>
        <p:spPr>
          <a:xfrm>
            <a:off x="459152" y="956393"/>
            <a:ext cx="5089419" cy="1103424"/>
          </a:xfrm>
          <a:prstGeom prst="wedgeRectCallout">
            <a:avLst>
              <a:gd name="adj1" fmla="val -20873"/>
              <a:gd name="adj2" fmla="val 751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1.6 ให้กรอกข้อมูลตามแบบฟอร์มให้ครบถ้วนตามเครื่องหมาย *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12CB2E-AFFE-4D64-93C5-08E860314B1B}"/>
              </a:ext>
            </a:extLst>
          </p:cNvPr>
          <p:cNvSpPr/>
          <p:nvPr/>
        </p:nvSpPr>
        <p:spPr>
          <a:xfrm>
            <a:off x="6267938" y="2945489"/>
            <a:ext cx="5738835" cy="12099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1252DA28-1E05-4EC9-8F2E-21B7163D4F52}"/>
              </a:ext>
            </a:extLst>
          </p:cNvPr>
          <p:cNvSpPr/>
          <p:nvPr/>
        </p:nvSpPr>
        <p:spPr>
          <a:xfrm>
            <a:off x="6566875" y="4779215"/>
            <a:ext cx="5181453" cy="1355827"/>
          </a:xfrm>
          <a:prstGeom prst="wedgeRectCallout">
            <a:avLst>
              <a:gd name="adj1" fmla="val -21948"/>
              <a:gd name="adj2" fmla="val -84952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1.7 สามารถ</a:t>
            </a:r>
            <a:r>
              <a:rPr lang="th-TH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อัพ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โหลดไฟล์ไม่เกิน 10 ไฟล์และครั้งละไม่เกิน 20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mb.</a:t>
            </a:r>
            <a:b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***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หากต้องการ</a:t>
            </a:r>
            <a:r>
              <a:rPr lang="th-TH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อัพ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โหลดมากกว่า 20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mb.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ให้กดบันทึกก่อน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แล้วค่อย</a:t>
            </a:r>
            <a:r>
              <a:rPr lang="th-TH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อัพ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โหลดแล้วบันทึกเพิ่มไปอีกรอบ***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***ถ้าเกิน 20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mb.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ไฟล์จะแสดงไม่ครบจำนวน***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2827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A28132-1150-423A-A688-9EAA7355A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27" y="2065237"/>
            <a:ext cx="7811479" cy="37254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8" y="527685"/>
              <a:ext cx="1772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 ผู้แจ้ง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000850" y="758518"/>
              <a:ext cx="9772050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8</a:t>
            </a:fld>
            <a:endParaRPr lang="en-US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E0EBF74-FD11-4F0D-929D-4E9B34416AF1}"/>
              </a:ext>
            </a:extLst>
          </p:cNvPr>
          <p:cNvSpPr/>
          <p:nvPr/>
        </p:nvSpPr>
        <p:spPr>
          <a:xfrm>
            <a:off x="405985" y="1007832"/>
            <a:ext cx="5089419" cy="1103424"/>
          </a:xfrm>
          <a:prstGeom prst="wedgeRectCallout">
            <a:avLst>
              <a:gd name="adj1" fmla="val -20873"/>
              <a:gd name="adj2" fmla="val 751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1.8 ผู้ร้องขอระบบจะตั้งค่าให้เป็นผู้ที่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Login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เข้ามาใช้งาน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12CB2E-AFFE-4D64-93C5-08E860314B1B}"/>
              </a:ext>
            </a:extLst>
          </p:cNvPr>
          <p:cNvSpPr/>
          <p:nvPr/>
        </p:nvSpPr>
        <p:spPr>
          <a:xfrm>
            <a:off x="357165" y="3243385"/>
            <a:ext cx="7458220" cy="89095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E310C736-ADC7-4FD2-B385-D99AD15CAACF}"/>
              </a:ext>
            </a:extLst>
          </p:cNvPr>
          <p:cNvSpPr/>
          <p:nvPr/>
        </p:nvSpPr>
        <p:spPr>
          <a:xfrm>
            <a:off x="7088553" y="2065237"/>
            <a:ext cx="1930401" cy="700417"/>
          </a:xfrm>
          <a:prstGeom prst="wedgeRectCallout">
            <a:avLst>
              <a:gd name="adj1" fmla="val -28705"/>
              <a:gd name="adj2" fmla="val 10274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1.9 เลือกผู้ติดต่อกลับ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9923CF-B13F-40BF-85CE-2C1262E302F2}"/>
              </a:ext>
            </a:extLst>
          </p:cNvPr>
          <p:cNvSpPr/>
          <p:nvPr/>
        </p:nvSpPr>
        <p:spPr>
          <a:xfrm>
            <a:off x="357165" y="4323737"/>
            <a:ext cx="7458220" cy="125620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D1211EB5-D33F-4A08-AAC4-FEC11D288B86}"/>
              </a:ext>
            </a:extLst>
          </p:cNvPr>
          <p:cNvSpPr/>
          <p:nvPr/>
        </p:nvSpPr>
        <p:spPr>
          <a:xfrm>
            <a:off x="6638818" y="5353871"/>
            <a:ext cx="5089419" cy="1103424"/>
          </a:xfrm>
          <a:prstGeom prst="wedgeRectCallout">
            <a:avLst>
              <a:gd name="adj1" fmla="val -61260"/>
              <a:gd name="adj2" fmla="val -5166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1.10 เลือกผู้บังคับบัญชาของผู้ร้องขอ / ผู้ติดต่อกลับ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เพื่อเข้ามาอนุมัติอีกที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22289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8" y="527685"/>
              <a:ext cx="1772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 ผู้แจ้ง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000850" y="758518"/>
              <a:ext cx="9772050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E0EBF74-FD11-4F0D-929D-4E9B34416AF1}"/>
              </a:ext>
            </a:extLst>
          </p:cNvPr>
          <p:cNvSpPr/>
          <p:nvPr/>
        </p:nvSpPr>
        <p:spPr>
          <a:xfrm>
            <a:off x="3214101" y="1585350"/>
            <a:ext cx="5089419" cy="1103424"/>
          </a:xfrm>
          <a:prstGeom prst="wedgeRectCallout">
            <a:avLst>
              <a:gd name="adj1" fmla="val -20873"/>
              <a:gd name="adj2" fmla="val 751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1.11 กดบันทึกที่ด้านบนสุดของ ส่วนของผู้แจ้ง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เมื่อสำเร็จจะส่งเมลหาผู้เกี่ยวข้อง และมีเลขที่เอกสารแสดง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C9DA71-513F-4CAE-B096-4C602E286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40" y="3136017"/>
            <a:ext cx="6881456" cy="13564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F48948-230E-453B-9F37-7A3B66BAE2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619" y="3535373"/>
            <a:ext cx="2377646" cy="6629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FB83F9D-3B99-4DFB-B70D-B7F29C041CF0}"/>
              </a:ext>
            </a:extLst>
          </p:cNvPr>
          <p:cNvSpPr/>
          <p:nvPr/>
        </p:nvSpPr>
        <p:spPr>
          <a:xfrm>
            <a:off x="4816565" y="3630596"/>
            <a:ext cx="942246" cy="48889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921E9FE-58C2-4490-9134-F33DAC9C1D3E}"/>
              </a:ext>
            </a:extLst>
          </p:cNvPr>
          <p:cNvSpPr/>
          <p:nvPr/>
        </p:nvSpPr>
        <p:spPr>
          <a:xfrm>
            <a:off x="7312115" y="3685023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948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DAE2B9-6D2E-4988-92A2-4FCDDB1EF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723" y="3357723"/>
            <a:ext cx="5478585" cy="16812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BE7422-EC2E-40F8-90C9-7688F58A1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452458"/>
            <a:ext cx="6065861" cy="49784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8" y="527685"/>
              <a:ext cx="17722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 ผู้แจ้ง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000850" y="758518"/>
              <a:ext cx="9772050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10</a:t>
            </a:fld>
            <a:endParaRPr lang="en-US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E0EBF74-FD11-4F0D-929D-4E9B34416AF1}"/>
              </a:ext>
            </a:extLst>
          </p:cNvPr>
          <p:cNvSpPr/>
          <p:nvPr/>
        </p:nvSpPr>
        <p:spPr>
          <a:xfrm>
            <a:off x="6561015" y="1047750"/>
            <a:ext cx="5089419" cy="1103424"/>
          </a:xfrm>
          <a:prstGeom prst="wedgeRectCallout">
            <a:avLst>
              <a:gd name="adj1" fmla="val -53582"/>
              <a:gd name="adj2" fmla="val 123992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1.12 สำหรับผู้บังคับบัญชาจะได้รับเมล ให้กด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“CLICK”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ที่ปุ่มด้านล่าง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B83F9D-3B99-4DFB-B70D-B7F29C041CF0}"/>
              </a:ext>
            </a:extLst>
          </p:cNvPr>
          <p:cNvSpPr/>
          <p:nvPr/>
        </p:nvSpPr>
        <p:spPr>
          <a:xfrm>
            <a:off x="4191335" y="5428134"/>
            <a:ext cx="1763988" cy="78509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921E9FE-58C2-4490-9134-F33DAC9C1D3E}"/>
              </a:ext>
            </a:extLst>
          </p:cNvPr>
          <p:cNvSpPr/>
          <p:nvPr/>
        </p:nvSpPr>
        <p:spPr>
          <a:xfrm>
            <a:off x="5639623" y="3941695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97234A48-4500-4F67-BA6A-70550F3C31C2}"/>
              </a:ext>
            </a:extLst>
          </p:cNvPr>
          <p:cNvSpPr/>
          <p:nvPr/>
        </p:nvSpPr>
        <p:spPr>
          <a:xfrm>
            <a:off x="6697783" y="5334054"/>
            <a:ext cx="5089419" cy="1103424"/>
          </a:xfrm>
          <a:prstGeom prst="wedgeRectCallout">
            <a:avLst>
              <a:gd name="adj1" fmla="val -20444"/>
              <a:gd name="adj2" fmla="val -7609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1.13 ระบบจะให้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Log in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เข้ามาหน้าเอกสาร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รับทราบ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เพื่ออนุมัติคำร้อง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53059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F22821-3093-4EDD-AA66-F4D0FC3FAE93}"/>
              </a:ext>
            </a:extLst>
          </p:cNvPr>
          <p:cNvGrpSpPr/>
          <p:nvPr/>
        </p:nvGrpSpPr>
        <p:grpSpPr>
          <a:xfrm>
            <a:off x="1203960" y="685800"/>
            <a:ext cx="9784080" cy="5486400"/>
            <a:chOff x="277495" y="337185"/>
            <a:chExt cx="11541760" cy="64922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B5ADA9-E4C2-4DBC-8464-DFCDD7110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7" r="10521"/>
            <a:stretch/>
          </p:blipFill>
          <p:spPr>
            <a:xfrm>
              <a:off x="277495" y="337185"/>
              <a:ext cx="11541760" cy="64922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D15EC5-BC08-4BC5-85FF-ED4C7CDEB7EA}"/>
                </a:ext>
              </a:extLst>
            </p:cNvPr>
            <p:cNvSpPr/>
            <p:nvPr/>
          </p:nvSpPr>
          <p:spPr>
            <a:xfrm>
              <a:off x="6096000" y="834301"/>
              <a:ext cx="4886325" cy="5490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2. ส่วนของ</a:t>
              </a:r>
              <a:b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</a:br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ผู้ตรวจสอบ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78AF8-54B9-4F62-A89A-C6ED858C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68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7B0B95-A893-461E-B8ED-EF1393297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482" y="1101148"/>
            <a:ext cx="6294665" cy="51591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7" y="523220"/>
            <a:ext cx="11887203" cy="461665"/>
            <a:chOff x="228596" y="527685"/>
            <a:chExt cx="11544304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6" y="527685"/>
              <a:ext cx="23490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5: ผู้ตรวจสอบ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577686" y="758518"/>
              <a:ext cx="9195214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12</a:t>
            </a:fld>
            <a:endParaRPr lang="en-US" dirty="0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3887E72-8105-431E-953A-DE7881BE5846}"/>
              </a:ext>
            </a:extLst>
          </p:cNvPr>
          <p:cNvSpPr/>
          <p:nvPr/>
        </p:nvSpPr>
        <p:spPr>
          <a:xfrm>
            <a:off x="7797799" y="2268580"/>
            <a:ext cx="2442307" cy="583489"/>
          </a:xfrm>
          <a:prstGeom prst="wedgeRectCallout">
            <a:avLst>
              <a:gd name="adj1" fmla="val -64333"/>
              <a:gd name="adj2" fmla="val 22902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5.1 แจ้งผลลัพธ์หลังกรแก้ไข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DBA63CCF-4D30-41E6-B0C1-0577AA6A04EC}"/>
              </a:ext>
            </a:extLst>
          </p:cNvPr>
          <p:cNvSpPr/>
          <p:nvPr/>
        </p:nvSpPr>
        <p:spPr>
          <a:xfrm>
            <a:off x="7922532" y="3320546"/>
            <a:ext cx="1963929" cy="583489"/>
          </a:xfrm>
          <a:prstGeom prst="wedgeRectCallout">
            <a:avLst>
              <a:gd name="adj1" fmla="val -66573"/>
              <a:gd name="adj2" fmla="val 1754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5.2 ให้คะแนน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745E9EC8-E70E-4B92-ADFF-A1883799E1C1}"/>
              </a:ext>
            </a:extLst>
          </p:cNvPr>
          <p:cNvSpPr/>
          <p:nvPr/>
        </p:nvSpPr>
        <p:spPr>
          <a:xfrm>
            <a:off x="8160901" y="5278300"/>
            <a:ext cx="1963929" cy="583489"/>
          </a:xfrm>
          <a:prstGeom prst="wedgeRectCallout">
            <a:avLst>
              <a:gd name="adj1" fmla="val -74930"/>
              <a:gd name="adj2" fmla="val 1754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5.4 กดรับทราบ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B02EC681-88D7-4C09-9F0B-025B1C7B3265}"/>
              </a:ext>
            </a:extLst>
          </p:cNvPr>
          <p:cNvSpPr/>
          <p:nvPr/>
        </p:nvSpPr>
        <p:spPr>
          <a:xfrm>
            <a:off x="7922532" y="4420176"/>
            <a:ext cx="2442307" cy="583489"/>
          </a:xfrm>
          <a:prstGeom prst="wedgeRectCallout">
            <a:avLst>
              <a:gd name="adj1" fmla="val -69133"/>
              <a:gd name="adj2" fmla="val -4674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5.3 กรอกความคิดเห็น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25792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8" y="523220"/>
            <a:ext cx="11887202" cy="461665"/>
            <a:chOff x="228597" y="527685"/>
            <a:chExt cx="11544303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7" y="527685"/>
              <a:ext cx="3605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>
              <a:off x="228597" y="758518"/>
              <a:ext cx="11544303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13</a:t>
            </a:fld>
            <a:endParaRPr lang="en-US" dirty="0"/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745E9EC8-E70E-4B92-ADFF-A1883799E1C1}"/>
              </a:ext>
            </a:extLst>
          </p:cNvPr>
          <p:cNvSpPr/>
          <p:nvPr/>
        </p:nvSpPr>
        <p:spPr>
          <a:xfrm>
            <a:off x="2447034" y="1674005"/>
            <a:ext cx="7297929" cy="3767154"/>
          </a:xfrm>
          <a:prstGeom prst="wedgeRectCallout">
            <a:avLst>
              <a:gd name="adj1" fmla="val -49859"/>
              <a:gd name="adj2" fmla="val 2022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8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หลังจากผู้ตรวจสอบกดรับทราบ จะเป็นการ ปิด </a:t>
            </a:r>
            <a:r>
              <a:rPr lang="en-US" sz="28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Ticket </a:t>
            </a:r>
            <a:r>
              <a:rPr lang="th-TH" sz="28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เอกสาร</a:t>
            </a:r>
            <a:br>
              <a:rPr lang="th-TH" sz="28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8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ถือเป็นการจบ </a:t>
            </a:r>
            <a:r>
              <a:rPr lang="en-US" sz="28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Flow </a:t>
            </a:r>
            <a:r>
              <a:rPr lang="th-TH" sz="28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ขอรับบริการด้านกฎหมาย</a:t>
            </a:r>
            <a:endParaRPr lang="en-US" sz="28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7351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F22821-3093-4EDD-AA66-F4D0FC3FAE93}"/>
              </a:ext>
            </a:extLst>
          </p:cNvPr>
          <p:cNvGrpSpPr/>
          <p:nvPr/>
        </p:nvGrpSpPr>
        <p:grpSpPr>
          <a:xfrm>
            <a:off x="1203960" y="685800"/>
            <a:ext cx="9784080" cy="5486400"/>
            <a:chOff x="277495" y="337185"/>
            <a:chExt cx="11541760" cy="64922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B5ADA9-E4C2-4DBC-8464-DFCDD7110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7" r="10521"/>
            <a:stretch/>
          </p:blipFill>
          <p:spPr>
            <a:xfrm>
              <a:off x="277495" y="337185"/>
              <a:ext cx="11541760" cy="64922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D15EC5-BC08-4BC5-85FF-ED4C7CDEB7EA}"/>
                </a:ext>
              </a:extLst>
            </p:cNvPr>
            <p:cNvSpPr/>
            <p:nvPr/>
          </p:nvSpPr>
          <p:spPr>
            <a:xfrm>
              <a:off x="6096000" y="834301"/>
              <a:ext cx="4886325" cy="5490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3. ประวัติเอกสาร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78AF8-54B9-4F62-A89A-C6ED858C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6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7" y="523220"/>
            <a:ext cx="11887203" cy="461665"/>
            <a:chOff x="228596" y="527685"/>
            <a:chExt cx="11544304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6" y="527685"/>
              <a:ext cx="27665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3: ประวัติเอกสาร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995133" y="758518"/>
              <a:ext cx="8777767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15</a:t>
            </a:fld>
            <a:endParaRPr lang="en-US" dirty="0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03887E72-8105-431E-953A-DE7881BE5846}"/>
              </a:ext>
            </a:extLst>
          </p:cNvPr>
          <p:cNvSpPr/>
          <p:nvPr/>
        </p:nvSpPr>
        <p:spPr>
          <a:xfrm>
            <a:off x="730739" y="1048219"/>
            <a:ext cx="2848711" cy="583489"/>
          </a:xfrm>
          <a:prstGeom prst="wedgeRectCallout">
            <a:avLst>
              <a:gd name="adj1" fmla="val -24013"/>
              <a:gd name="adj2" fmla="val 92552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3.1 เลือกเมนูประวัติขอรับบริการ เพื่อดรายการที่ตนเองสร้าง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C17DE8-2EFA-4B41-A3D6-E9A980B35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38" y="2109890"/>
            <a:ext cx="2848711" cy="209180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6C81E46-5D7D-4BE0-AB1C-150300BCFF52}"/>
              </a:ext>
            </a:extLst>
          </p:cNvPr>
          <p:cNvSpPr/>
          <p:nvPr/>
        </p:nvSpPr>
        <p:spPr>
          <a:xfrm>
            <a:off x="836246" y="3659462"/>
            <a:ext cx="2231293" cy="42016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535F7-BAB1-402D-9749-B94071BDD5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715" y="1613096"/>
            <a:ext cx="7896395" cy="37980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497D63D3-24BC-4753-9626-7D6B6E149BE0}"/>
              </a:ext>
            </a:extLst>
          </p:cNvPr>
          <p:cNvSpPr/>
          <p:nvPr/>
        </p:nvSpPr>
        <p:spPr>
          <a:xfrm>
            <a:off x="3579450" y="2928649"/>
            <a:ext cx="1209330" cy="58348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39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2462</TotalTime>
  <Words>688</Words>
  <Application>Microsoft Office PowerPoint</Application>
  <PresentationFormat>Widescreen</PresentationFormat>
  <Paragraphs>114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Angsana New</vt:lpstr>
      <vt:lpstr>AngsanaUPC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Isara Ownsuntea</dc:creator>
  <cp:lastModifiedBy>Kittanun Apisitamorn</cp:lastModifiedBy>
  <cp:revision>248</cp:revision>
  <cp:lastPrinted>2024-05-15T07:29:50Z</cp:lastPrinted>
  <dcterms:created xsi:type="dcterms:W3CDTF">2023-12-26T02:33:08Z</dcterms:created>
  <dcterms:modified xsi:type="dcterms:W3CDTF">2025-09-05T07:25:19Z</dcterms:modified>
</cp:coreProperties>
</file>
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35" r:id="rId2"/>
    <p:sldId id="368" r:id="rId3"/>
    <p:sldId id="369" r:id="rId4"/>
    <p:sldId id="371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8" r:id="rId18"/>
    <p:sldId id="397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409" r:id="rId29"/>
    <p:sldId id="410" r:id="rId30"/>
    <p:sldId id="411" r:id="rId31"/>
    <p:sldId id="412" r:id="rId32"/>
    <p:sldId id="413" r:id="rId33"/>
    <p:sldId id="414" r:id="rId34"/>
    <p:sldId id="415" r:id="rId3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slide" Target="../slides/slide11.xml"/><Relationship Id="rId1" Type="http://schemas.openxmlformats.org/officeDocument/2006/relationships/slide" Target="../slides/slide4.xml"/><Relationship Id="rId6" Type="http://schemas.openxmlformats.org/officeDocument/2006/relationships/slide" Target="../slides/slide22.xml"/><Relationship Id="rId5" Type="http://schemas.openxmlformats.org/officeDocument/2006/relationships/slide" Target="../slides/slide19.xml"/><Relationship Id="rId4" Type="http://schemas.openxmlformats.org/officeDocument/2006/relationships/slide" Target="../slides/slide1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95C2C-9155-4A7D-93C0-87E3F8886F5F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D245A08-E5B8-4A0E-B6C8-D67274B7CA48}">
      <dgm:prSet phldrT="[Text]"/>
      <dgm:spPr/>
      <dgm:t>
        <a:bodyPr/>
        <a:lstStyle/>
        <a:p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1. ส่วนของ</a:t>
          </a:r>
          <a:r>
            <a:rPr lang="th-TH" b="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ผู้แจ้ง</a:t>
          </a:r>
          <a:endParaRPr lang="en-US" b="0" dirty="0"/>
        </a:p>
      </dgm:t>
    </dgm:pt>
    <dgm:pt modelId="{DBB4007B-5300-49BF-8F18-7454422C36ED}" type="parTrans" cxnId="{0AF116E2-A502-485B-A4B1-82983930E54F}">
      <dgm:prSet/>
      <dgm:spPr/>
      <dgm:t>
        <a:bodyPr/>
        <a:lstStyle/>
        <a:p>
          <a:endParaRPr lang="en-US"/>
        </a:p>
      </dgm:t>
    </dgm:pt>
    <dgm:pt modelId="{33606F0A-1EC1-4933-890F-A95CF4ED6C53}" type="sibTrans" cxnId="{0AF116E2-A502-485B-A4B1-82983930E54F}">
      <dgm:prSet/>
      <dgm:spPr/>
      <dgm:t>
        <a:bodyPr/>
        <a:lstStyle/>
        <a:p>
          <a:endParaRPr lang="en-US"/>
        </a:p>
      </dgm:t>
    </dgm:pt>
    <dgm:pt modelId="{6201EEC1-0145-4E4D-BDEE-0E47824081F0}">
      <dgm:prSet phldrT="[Text]"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2. </a:t>
          </a:r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b="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ผู้รับแจ้ง</a:t>
          </a:r>
          <a:endParaRPr lang="en-US" dirty="0"/>
        </a:p>
      </dgm:t>
    </dgm:pt>
    <dgm:pt modelId="{A40E2946-1B0E-49A9-9DC3-74D0024A2FF6}" type="parTrans" cxnId="{B5EA5588-743F-458E-B9DA-CF5179C873C1}">
      <dgm:prSet/>
      <dgm:spPr/>
      <dgm:t>
        <a:bodyPr/>
        <a:lstStyle/>
        <a:p>
          <a:endParaRPr lang="en-US"/>
        </a:p>
      </dgm:t>
    </dgm:pt>
    <dgm:pt modelId="{3A51F434-62B4-45BE-B3D8-C4B08582C528}" type="sibTrans" cxnId="{B5EA5588-743F-458E-B9DA-CF5179C873C1}">
      <dgm:prSet/>
      <dgm:spPr/>
      <dgm:t>
        <a:bodyPr/>
        <a:lstStyle/>
        <a:p>
          <a:endParaRPr lang="en-US"/>
        </a:p>
      </dgm:t>
    </dgm:pt>
    <dgm:pt modelId="{259DDA22-296C-468D-8835-B1B790E29414}">
      <dgm:prSet phldrT="[Text]"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3. </a:t>
          </a:r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b="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ผู้ดำเนินการ</a:t>
          </a:r>
          <a:endParaRPr lang="en-US" dirty="0"/>
        </a:p>
      </dgm:t>
    </dgm:pt>
    <dgm:pt modelId="{089378B2-76AE-447F-ADFE-1F7DEF0DEAE1}" type="parTrans" cxnId="{8C62F895-ECB9-47AC-BA76-3CBAE4B42216}">
      <dgm:prSet/>
      <dgm:spPr/>
      <dgm:t>
        <a:bodyPr/>
        <a:lstStyle/>
        <a:p>
          <a:endParaRPr lang="en-US"/>
        </a:p>
      </dgm:t>
    </dgm:pt>
    <dgm:pt modelId="{BE583733-1B7A-4FDC-B0CB-4ED55DD66977}" type="sibTrans" cxnId="{8C62F895-ECB9-47AC-BA76-3CBAE4B42216}">
      <dgm:prSet/>
      <dgm:spPr/>
      <dgm:t>
        <a:bodyPr/>
        <a:lstStyle/>
        <a:p>
          <a:endParaRPr lang="en-US"/>
        </a:p>
      </dgm:t>
    </dgm:pt>
    <dgm:pt modelId="{9B69AF81-F21D-4AA1-BF57-FC2E7C2FF0E9}">
      <dgm:prSet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4. </a:t>
          </a:r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b="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ผู้อนุมัติ</a:t>
          </a:r>
          <a:endParaRPr lang="en-US" dirty="0"/>
        </a:p>
      </dgm:t>
    </dgm:pt>
    <dgm:pt modelId="{CA763C1A-137E-4051-9919-589E75108385}" type="parTrans" cxnId="{F1745F15-81E7-49C4-B012-C1EFCF61544C}">
      <dgm:prSet/>
      <dgm:spPr/>
      <dgm:t>
        <a:bodyPr/>
        <a:lstStyle/>
        <a:p>
          <a:endParaRPr lang="en-US"/>
        </a:p>
      </dgm:t>
    </dgm:pt>
    <dgm:pt modelId="{2FCBDEEE-7A5D-46B5-A6A2-ED44E4888C80}" type="sibTrans" cxnId="{F1745F15-81E7-49C4-B012-C1EFCF61544C}">
      <dgm:prSet/>
      <dgm:spPr/>
      <dgm:t>
        <a:bodyPr/>
        <a:lstStyle/>
        <a:p>
          <a:endParaRPr lang="en-US"/>
        </a:p>
      </dgm:t>
    </dgm:pt>
    <dgm:pt modelId="{B813DB73-CEF5-48AC-9C69-32E696F905DC}">
      <dgm:prSet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5. </a:t>
          </a:r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b="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ผู้ตรวจสอบ</a:t>
          </a:r>
          <a:endParaRPr lang="en-US" dirty="0"/>
        </a:p>
      </dgm:t>
    </dgm:pt>
    <dgm:pt modelId="{415C31CC-33A0-433C-8498-D254830E57A6}" type="parTrans" cxnId="{958408D5-43B2-4E53-95B8-8B2C256F1286}">
      <dgm:prSet/>
      <dgm:spPr/>
      <dgm:t>
        <a:bodyPr/>
        <a:lstStyle/>
        <a:p>
          <a:endParaRPr lang="en-US"/>
        </a:p>
      </dgm:t>
    </dgm:pt>
    <dgm:pt modelId="{58A69A69-D8DE-4642-9B46-61E8A6C2CD39}" type="sibTrans" cxnId="{958408D5-43B2-4E53-95B8-8B2C256F1286}">
      <dgm:prSet/>
      <dgm:spPr/>
      <dgm:t>
        <a:bodyPr/>
        <a:lstStyle/>
        <a:p>
          <a:endParaRPr lang="en-US"/>
        </a:p>
      </dgm:t>
    </dgm:pt>
    <dgm:pt modelId="{DEAAEACC-8BEF-4EF2-AB7F-CA6FE6978817}">
      <dgm:prSet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7. </a:t>
          </a:r>
          <a:r>
            <a:rPr lang="en-US" dirty="0">
              <a:latin typeface="Angsana New" panose="02020603050405020304" pitchFamily="18" charset="-34"/>
              <a:cs typeface="Angsana New" panose="02020603050405020304" pitchFamily="18" charset="-34"/>
            </a:rPr>
            <a:t>Configuration</a:t>
          </a:r>
          <a:endParaRPr lang="en-US" dirty="0"/>
        </a:p>
      </dgm:t>
    </dgm:pt>
    <dgm:pt modelId="{4480BAF4-257A-4795-AC7E-8B440D39122F}" type="parTrans" cxnId="{651432AD-E443-4B49-9B4C-4F2A33C5F63E}">
      <dgm:prSet/>
      <dgm:spPr/>
      <dgm:t>
        <a:bodyPr/>
        <a:lstStyle/>
        <a:p>
          <a:endParaRPr lang="en-US"/>
        </a:p>
      </dgm:t>
    </dgm:pt>
    <dgm:pt modelId="{522D0F9D-CB6D-4964-AA99-31745173C569}" type="sibTrans" cxnId="{651432AD-E443-4B49-9B4C-4F2A33C5F63E}">
      <dgm:prSet/>
      <dgm:spPr/>
      <dgm:t>
        <a:bodyPr/>
        <a:lstStyle/>
        <a:p>
          <a:endParaRPr lang="en-US"/>
        </a:p>
      </dgm:t>
    </dgm:pt>
    <dgm:pt modelId="{81FB3BE8-5E08-4A21-93DE-8A1365DBA9E9}">
      <dgm:prSet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6. ประวัติเอกสาร</a:t>
          </a:r>
          <a:endParaRPr lang="th-TH" dirty="0"/>
        </a:p>
      </dgm:t>
    </dgm:pt>
    <dgm:pt modelId="{3A117353-5D02-4FE0-92CB-458CF07AFE87}" type="parTrans" cxnId="{7738CE84-48C3-4410-8A2A-FFE80A2D38C5}">
      <dgm:prSet/>
      <dgm:spPr/>
      <dgm:t>
        <a:bodyPr/>
        <a:lstStyle/>
        <a:p>
          <a:endParaRPr lang="th-TH"/>
        </a:p>
      </dgm:t>
    </dgm:pt>
    <dgm:pt modelId="{BD87B59E-7E9E-43B3-9E32-81F763044721}" type="sibTrans" cxnId="{7738CE84-48C3-4410-8A2A-FFE80A2D38C5}">
      <dgm:prSet/>
      <dgm:spPr/>
      <dgm:t>
        <a:bodyPr/>
        <a:lstStyle/>
        <a:p>
          <a:endParaRPr lang="th-TH"/>
        </a:p>
      </dgm:t>
    </dgm:pt>
    <dgm:pt modelId="{406892B9-0EB9-4830-8233-473A8C5244B5}" type="pres">
      <dgm:prSet presAssocID="{E3695C2C-9155-4A7D-93C0-87E3F8886F5F}" presName="Name0" presStyleCnt="0">
        <dgm:presLayoutVars>
          <dgm:chMax val="7"/>
          <dgm:chPref val="7"/>
          <dgm:dir/>
        </dgm:presLayoutVars>
      </dgm:prSet>
      <dgm:spPr/>
    </dgm:pt>
    <dgm:pt modelId="{F24C8C1E-A325-4A6D-A802-5969E14E633D}" type="pres">
      <dgm:prSet presAssocID="{E3695C2C-9155-4A7D-93C0-87E3F8886F5F}" presName="Name1" presStyleCnt="0"/>
      <dgm:spPr/>
    </dgm:pt>
    <dgm:pt modelId="{9ACF6F96-D608-40CE-975A-FA1ED62D0059}" type="pres">
      <dgm:prSet presAssocID="{E3695C2C-9155-4A7D-93C0-87E3F8886F5F}" presName="cycle" presStyleCnt="0"/>
      <dgm:spPr/>
    </dgm:pt>
    <dgm:pt modelId="{EE788898-2955-43F9-9D98-F4C38D5FC721}" type="pres">
      <dgm:prSet presAssocID="{E3695C2C-9155-4A7D-93C0-87E3F8886F5F}" presName="srcNode" presStyleLbl="node1" presStyleIdx="0" presStyleCnt="7"/>
      <dgm:spPr/>
    </dgm:pt>
    <dgm:pt modelId="{242E59E5-E26C-40D0-A3B1-526705F87105}" type="pres">
      <dgm:prSet presAssocID="{E3695C2C-9155-4A7D-93C0-87E3F8886F5F}" presName="conn" presStyleLbl="parChTrans1D2" presStyleIdx="0" presStyleCnt="1"/>
      <dgm:spPr/>
    </dgm:pt>
    <dgm:pt modelId="{CDFCEDAD-3E10-4298-9AD7-12A89B5FEE3A}" type="pres">
      <dgm:prSet presAssocID="{E3695C2C-9155-4A7D-93C0-87E3F8886F5F}" presName="extraNode" presStyleLbl="node1" presStyleIdx="0" presStyleCnt="7"/>
      <dgm:spPr/>
    </dgm:pt>
    <dgm:pt modelId="{62EAF174-90C5-4398-82FF-21FFC486EBC3}" type="pres">
      <dgm:prSet presAssocID="{E3695C2C-9155-4A7D-93C0-87E3F8886F5F}" presName="dstNode" presStyleLbl="node1" presStyleIdx="0" presStyleCnt="7"/>
      <dgm:spPr/>
    </dgm:pt>
    <dgm:pt modelId="{2A164649-B24D-48C0-B809-CEA8C0FA8931}" type="pres">
      <dgm:prSet presAssocID="{BD245A08-E5B8-4A0E-B6C8-D67274B7CA48}" presName="text_1" presStyleLbl="node1" presStyleIdx="0" presStyleCnt="7">
        <dgm:presLayoutVars>
          <dgm:bulletEnabled val="1"/>
        </dgm:presLayoutVars>
      </dgm:prSet>
      <dgm:spPr/>
    </dgm:pt>
    <dgm:pt modelId="{2FF0D8C4-1407-4249-AC6E-A50536FB3B90}" type="pres">
      <dgm:prSet presAssocID="{BD245A08-E5B8-4A0E-B6C8-D67274B7CA48}" presName="accent_1" presStyleCnt="0"/>
      <dgm:spPr/>
    </dgm:pt>
    <dgm:pt modelId="{8D65AB91-5F23-4755-A4AE-81AB5373CA1B}" type="pres">
      <dgm:prSet presAssocID="{BD245A08-E5B8-4A0E-B6C8-D67274B7CA48}" presName="accentRepeatNode" presStyleLbl="solidFgAcc1" presStyleIdx="0" presStyleCnt="7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4E7587BF-FFC2-4CC0-A340-2881128A78EB}" type="pres">
      <dgm:prSet presAssocID="{6201EEC1-0145-4E4D-BDEE-0E47824081F0}" presName="text_2" presStyleLbl="node1" presStyleIdx="1" presStyleCnt="7">
        <dgm:presLayoutVars>
          <dgm:bulletEnabled val="1"/>
        </dgm:presLayoutVars>
      </dgm:prSet>
      <dgm:spPr/>
    </dgm:pt>
    <dgm:pt modelId="{2665E22E-8483-4053-A6AD-ED872798C2DA}" type="pres">
      <dgm:prSet presAssocID="{6201EEC1-0145-4E4D-BDEE-0E47824081F0}" presName="accent_2" presStyleCnt="0"/>
      <dgm:spPr/>
    </dgm:pt>
    <dgm:pt modelId="{6522467D-4E0D-41C2-BEDE-0A77B7C92625}" type="pres">
      <dgm:prSet presAssocID="{6201EEC1-0145-4E4D-BDEE-0E47824081F0}" presName="accentRepeatNode" presStyleLbl="solidFgAcc1" presStyleIdx="1" presStyleCnt="7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54F61C43-C976-4441-BE50-B0B59014F388}" type="pres">
      <dgm:prSet presAssocID="{259DDA22-296C-468D-8835-B1B790E29414}" presName="text_3" presStyleLbl="node1" presStyleIdx="2" presStyleCnt="7">
        <dgm:presLayoutVars>
          <dgm:bulletEnabled val="1"/>
        </dgm:presLayoutVars>
      </dgm:prSet>
      <dgm:spPr/>
    </dgm:pt>
    <dgm:pt modelId="{F40A6F4A-5173-4940-985E-3E122818E3BE}" type="pres">
      <dgm:prSet presAssocID="{259DDA22-296C-468D-8835-B1B790E29414}" presName="accent_3" presStyleCnt="0"/>
      <dgm:spPr/>
    </dgm:pt>
    <dgm:pt modelId="{B75CA793-3B3C-456E-A9A0-8D0E09154536}" type="pres">
      <dgm:prSet presAssocID="{259DDA22-296C-468D-8835-B1B790E29414}" presName="accentRepeatNode" presStyleLbl="solidFgAcc1" presStyleIdx="2" presStyleCnt="7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2EBCF168-C00A-4F95-84B8-C5FD48AC8305}" type="pres">
      <dgm:prSet presAssocID="{9B69AF81-F21D-4AA1-BF57-FC2E7C2FF0E9}" presName="text_4" presStyleLbl="node1" presStyleIdx="3" presStyleCnt="7">
        <dgm:presLayoutVars>
          <dgm:bulletEnabled val="1"/>
        </dgm:presLayoutVars>
      </dgm:prSet>
      <dgm:spPr/>
    </dgm:pt>
    <dgm:pt modelId="{3B7BCB46-6E9C-4BEF-8DAD-0F2E1E37E466}" type="pres">
      <dgm:prSet presAssocID="{9B69AF81-F21D-4AA1-BF57-FC2E7C2FF0E9}" presName="accent_4" presStyleCnt="0"/>
      <dgm:spPr/>
    </dgm:pt>
    <dgm:pt modelId="{677C31A0-863D-4EF6-AE50-B1ADEF87E1C5}" type="pres">
      <dgm:prSet presAssocID="{9B69AF81-F21D-4AA1-BF57-FC2E7C2FF0E9}" presName="accentRepeatNode" presStyleLbl="solidFgAcc1" presStyleIdx="3" presStyleCnt="7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23598149-0D54-4BFA-B4A1-E1EBD6D12C18}" type="pres">
      <dgm:prSet presAssocID="{B813DB73-CEF5-48AC-9C69-32E696F905DC}" presName="text_5" presStyleLbl="node1" presStyleIdx="4" presStyleCnt="7">
        <dgm:presLayoutVars>
          <dgm:bulletEnabled val="1"/>
        </dgm:presLayoutVars>
      </dgm:prSet>
      <dgm:spPr/>
    </dgm:pt>
    <dgm:pt modelId="{C6F6F2CE-709B-4FAA-8602-9C1AFF1D3821}" type="pres">
      <dgm:prSet presAssocID="{B813DB73-CEF5-48AC-9C69-32E696F905DC}" presName="accent_5" presStyleCnt="0"/>
      <dgm:spPr/>
    </dgm:pt>
    <dgm:pt modelId="{FA2F2FE9-B711-4042-8EA2-6CF087C6F700}" type="pres">
      <dgm:prSet presAssocID="{B813DB73-CEF5-48AC-9C69-32E696F905DC}" presName="accentRepeatNode" presStyleLbl="solidFgAcc1" presStyleIdx="4" presStyleCnt="7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C501EC1D-7421-4681-BE9F-17DAB893A0F4}" type="pres">
      <dgm:prSet presAssocID="{81FB3BE8-5E08-4A21-93DE-8A1365DBA9E9}" presName="text_6" presStyleLbl="node1" presStyleIdx="5" presStyleCnt="7">
        <dgm:presLayoutVars>
          <dgm:bulletEnabled val="1"/>
        </dgm:presLayoutVars>
      </dgm:prSet>
      <dgm:spPr/>
    </dgm:pt>
    <dgm:pt modelId="{BA53D209-0017-4B62-9747-4CA1B9E62E0B}" type="pres">
      <dgm:prSet presAssocID="{81FB3BE8-5E08-4A21-93DE-8A1365DBA9E9}" presName="accent_6" presStyleCnt="0"/>
      <dgm:spPr/>
    </dgm:pt>
    <dgm:pt modelId="{4C2361C1-2635-439C-B88C-A4C046207A2D}" type="pres">
      <dgm:prSet presAssocID="{81FB3BE8-5E08-4A21-93DE-8A1365DBA9E9}" presName="accentRepeatNode" presStyleLbl="solidFgAcc1" presStyleIdx="5" presStyleCnt="7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6" action="ppaction://hlinksldjump"/>
          </dgm14:cNvPr>
        </a:ext>
      </dgm:extLst>
    </dgm:pt>
    <dgm:pt modelId="{73B1263C-6C14-439A-BB51-13602E69810F}" type="pres">
      <dgm:prSet presAssocID="{DEAAEACC-8BEF-4EF2-AB7F-CA6FE6978817}" presName="text_7" presStyleLbl="node1" presStyleIdx="6" presStyleCnt="7">
        <dgm:presLayoutVars>
          <dgm:bulletEnabled val="1"/>
        </dgm:presLayoutVars>
      </dgm:prSet>
      <dgm:spPr/>
    </dgm:pt>
    <dgm:pt modelId="{E84D4725-3DEA-46B8-8E2D-05B1A13591E0}" type="pres">
      <dgm:prSet presAssocID="{DEAAEACC-8BEF-4EF2-AB7F-CA6FE6978817}" presName="accent_7" presStyleCnt="0"/>
      <dgm:spPr/>
    </dgm:pt>
    <dgm:pt modelId="{7E62D17D-9985-4C1F-836B-423E4616E4C7}" type="pres">
      <dgm:prSet presAssocID="{DEAAEACC-8BEF-4EF2-AB7F-CA6FE6978817}" presName="accentRepeatNode" presStyleLbl="solidFgAcc1" presStyleIdx="6" presStyleCnt="7"/>
      <dgm:spPr/>
    </dgm:pt>
  </dgm:ptLst>
  <dgm:cxnLst>
    <dgm:cxn modelId="{4AAAE408-2453-4147-BA1E-536362661359}" type="presOf" srcId="{33606F0A-1EC1-4933-890F-A95CF4ED6C53}" destId="{242E59E5-E26C-40D0-A3B1-526705F87105}" srcOrd="0" destOrd="0" presId="urn:microsoft.com/office/officeart/2008/layout/VerticalCurvedList"/>
    <dgm:cxn modelId="{F1745F15-81E7-49C4-B012-C1EFCF61544C}" srcId="{E3695C2C-9155-4A7D-93C0-87E3F8886F5F}" destId="{9B69AF81-F21D-4AA1-BF57-FC2E7C2FF0E9}" srcOrd="3" destOrd="0" parTransId="{CA763C1A-137E-4051-9919-589E75108385}" sibTransId="{2FCBDEEE-7A5D-46B5-A6A2-ED44E4888C80}"/>
    <dgm:cxn modelId="{032E9F2A-9428-42C4-8EFC-B2D06F719CDC}" type="presOf" srcId="{9B69AF81-F21D-4AA1-BF57-FC2E7C2FF0E9}" destId="{2EBCF168-C00A-4F95-84B8-C5FD48AC8305}" srcOrd="0" destOrd="0" presId="urn:microsoft.com/office/officeart/2008/layout/VerticalCurvedList"/>
    <dgm:cxn modelId="{891AA45D-33A8-4369-B686-D4F133E8427E}" type="presOf" srcId="{E3695C2C-9155-4A7D-93C0-87E3F8886F5F}" destId="{406892B9-0EB9-4830-8233-473A8C5244B5}" srcOrd="0" destOrd="0" presId="urn:microsoft.com/office/officeart/2008/layout/VerticalCurvedList"/>
    <dgm:cxn modelId="{DAA54F83-8648-4449-A1FB-8C5CFDF15D96}" type="presOf" srcId="{6201EEC1-0145-4E4D-BDEE-0E47824081F0}" destId="{4E7587BF-FFC2-4CC0-A340-2881128A78EB}" srcOrd="0" destOrd="0" presId="urn:microsoft.com/office/officeart/2008/layout/VerticalCurvedList"/>
    <dgm:cxn modelId="{7738CE84-48C3-4410-8A2A-FFE80A2D38C5}" srcId="{E3695C2C-9155-4A7D-93C0-87E3F8886F5F}" destId="{81FB3BE8-5E08-4A21-93DE-8A1365DBA9E9}" srcOrd="5" destOrd="0" parTransId="{3A117353-5D02-4FE0-92CB-458CF07AFE87}" sibTransId="{BD87B59E-7E9E-43B3-9E32-81F763044721}"/>
    <dgm:cxn modelId="{B5EA5588-743F-458E-B9DA-CF5179C873C1}" srcId="{E3695C2C-9155-4A7D-93C0-87E3F8886F5F}" destId="{6201EEC1-0145-4E4D-BDEE-0E47824081F0}" srcOrd="1" destOrd="0" parTransId="{A40E2946-1B0E-49A9-9DC3-74D0024A2FF6}" sibTransId="{3A51F434-62B4-45BE-B3D8-C4B08582C528}"/>
    <dgm:cxn modelId="{31559688-5BDC-4F09-B24C-3EFB62582527}" type="presOf" srcId="{81FB3BE8-5E08-4A21-93DE-8A1365DBA9E9}" destId="{C501EC1D-7421-4681-BE9F-17DAB893A0F4}" srcOrd="0" destOrd="0" presId="urn:microsoft.com/office/officeart/2008/layout/VerticalCurvedList"/>
    <dgm:cxn modelId="{FBC3B390-1D61-4405-807D-B9B978949A48}" type="presOf" srcId="{259DDA22-296C-468D-8835-B1B790E29414}" destId="{54F61C43-C976-4441-BE50-B0B59014F388}" srcOrd="0" destOrd="0" presId="urn:microsoft.com/office/officeart/2008/layout/VerticalCurvedList"/>
    <dgm:cxn modelId="{8C62F895-ECB9-47AC-BA76-3CBAE4B42216}" srcId="{E3695C2C-9155-4A7D-93C0-87E3F8886F5F}" destId="{259DDA22-296C-468D-8835-B1B790E29414}" srcOrd="2" destOrd="0" parTransId="{089378B2-76AE-447F-ADFE-1F7DEF0DEAE1}" sibTransId="{BE583733-1B7A-4FDC-B0CB-4ED55DD66977}"/>
    <dgm:cxn modelId="{3BEA1698-3D7E-4F54-BF54-094D103CAB0A}" type="presOf" srcId="{B813DB73-CEF5-48AC-9C69-32E696F905DC}" destId="{23598149-0D54-4BFA-B4A1-E1EBD6D12C18}" srcOrd="0" destOrd="0" presId="urn:microsoft.com/office/officeart/2008/layout/VerticalCurvedList"/>
    <dgm:cxn modelId="{651432AD-E443-4B49-9B4C-4F2A33C5F63E}" srcId="{E3695C2C-9155-4A7D-93C0-87E3F8886F5F}" destId="{DEAAEACC-8BEF-4EF2-AB7F-CA6FE6978817}" srcOrd="6" destOrd="0" parTransId="{4480BAF4-257A-4795-AC7E-8B440D39122F}" sibTransId="{522D0F9D-CB6D-4964-AA99-31745173C569}"/>
    <dgm:cxn modelId="{BDE64AB7-421C-45BF-94CA-93789DEABA0F}" type="presOf" srcId="{BD245A08-E5B8-4A0E-B6C8-D67274B7CA48}" destId="{2A164649-B24D-48C0-B809-CEA8C0FA8931}" srcOrd="0" destOrd="0" presId="urn:microsoft.com/office/officeart/2008/layout/VerticalCurvedList"/>
    <dgm:cxn modelId="{958408D5-43B2-4E53-95B8-8B2C256F1286}" srcId="{E3695C2C-9155-4A7D-93C0-87E3F8886F5F}" destId="{B813DB73-CEF5-48AC-9C69-32E696F905DC}" srcOrd="4" destOrd="0" parTransId="{415C31CC-33A0-433C-8498-D254830E57A6}" sibTransId="{58A69A69-D8DE-4642-9B46-61E8A6C2CD39}"/>
    <dgm:cxn modelId="{D12AEED7-81B4-4D29-9265-3C34287BA5A8}" type="presOf" srcId="{DEAAEACC-8BEF-4EF2-AB7F-CA6FE6978817}" destId="{73B1263C-6C14-439A-BB51-13602E69810F}" srcOrd="0" destOrd="0" presId="urn:microsoft.com/office/officeart/2008/layout/VerticalCurvedList"/>
    <dgm:cxn modelId="{0AF116E2-A502-485B-A4B1-82983930E54F}" srcId="{E3695C2C-9155-4A7D-93C0-87E3F8886F5F}" destId="{BD245A08-E5B8-4A0E-B6C8-D67274B7CA48}" srcOrd="0" destOrd="0" parTransId="{DBB4007B-5300-49BF-8F18-7454422C36ED}" sibTransId="{33606F0A-1EC1-4933-890F-A95CF4ED6C53}"/>
    <dgm:cxn modelId="{46432330-7C54-497A-B0ED-FCF658F782B8}" type="presParOf" srcId="{406892B9-0EB9-4830-8233-473A8C5244B5}" destId="{F24C8C1E-A325-4A6D-A802-5969E14E633D}" srcOrd="0" destOrd="0" presId="urn:microsoft.com/office/officeart/2008/layout/VerticalCurvedList"/>
    <dgm:cxn modelId="{E18397FA-9741-4842-8187-7AA860619774}" type="presParOf" srcId="{F24C8C1E-A325-4A6D-A802-5969E14E633D}" destId="{9ACF6F96-D608-40CE-975A-FA1ED62D0059}" srcOrd="0" destOrd="0" presId="urn:microsoft.com/office/officeart/2008/layout/VerticalCurvedList"/>
    <dgm:cxn modelId="{C47E5F8F-92DC-487F-BC2F-DD7677FC75C8}" type="presParOf" srcId="{9ACF6F96-D608-40CE-975A-FA1ED62D0059}" destId="{EE788898-2955-43F9-9D98-F4C38D5FC721}" srcOrd="0" destOrd="0" presId="urn:microsoft.com/office/officeart/2008/layout/VerticalCurvedList"/>
    <dgm:cxn modelId="{C17D5270-82CB-4355-B308-7964C694A3BA}" type="presParOf" srcId="{9ACF6F96-D608-40CE-975A-FA1ED62D0059}" destId="{242E59E5-E26C-40D0-A3B1-526705F87105}" srcOrd="1" destOrd="0" presId="urn:microsoft.com/office/officeart/2008/layout/VerticalCurvedList"/>
    <dgm:cxn modelId="{633E63E1-B556-49E6-AC00-3A9F023C7A7B}" type="presParOf" srcId="{9ACF6F96-D608-40CE-975A-FA1ED62D0059}" destId="{CDFCEDAD-3E10-4298-9AD7-12A89B5FEE3A}" srcOrd="2" destOrd="0" presId="urn:microsoft.com/office/officeart/2008/layout/VerticalCurvedList"/>
    <dgm:cxn modelId="{F876ED77-E1CF-40D9-849B-39642BEE6EBD}" type="presParOf" srcId="{9ACF6F96-D608-40CE-975A-FA1ED62D0059}" destId="{62EAF174-90C5-4398-82FF-21FFC486EBC3}" srcOrd="3" destOrd="0" presId="urn:microsoft.com/office/officeart/2008/layout/VerticalCurvedList"/>
    <dgm:cxn modelId="{E52DD43E-7C4E-4452-9DCB-924BA15A3450}" type="presParOf" srcId="{F24C8C1E-A325-4A6D-A802-5969E14E633D}" destId="{2A164649-B24D-48C0-B809-CEA8C0FA8931}" srcOrd="1" destOrd="0" presId="urn:microsoft.com/office/officeart/2008/layout/VerticalCurvedList"/>
    <dgm:cxn modelId="{9C4DE60C-6F9D-42C2-8335-54E4D0D80B06}" type="presParOf" srcId="{F24C8C1E-A325-4A6D-A802-5969E14E633D}" destId="{2FF0D8C4-1407-4249-AC6E-A50536FB3B90}" srcOrd="2" destOrd="0" presId="urn:microsoft.com/office/officeart/2008/layout/VerticalCurvedList"/>
    <dgm:cxn modelId="{5834AF95-6FC0-43FA-B4E4-4805AFAE1229}" type="presParOf" srcId="{2FF0D8C4-1407-4249-AC6E-A50536FB3B90}" destId="{8D65AB91-5F23-4755-A4AE-81AB5373CA1B}" srcOrd="0" destOrd="0" presId="urn:microsoft.com/office/officeart/2008/layout/VerticalCurvedList"/>
    <dgm:cxn modelId="{F9225E75-BE28-438B-9EB1-FB7E858DDAFA}" type="presParOf" srcId="{F24C8C1E-A325-4A6D-A802-5969E14E633D}" destId="{4E7587BF-FFC2-4CC0-A340-2881128A78EB}" srcOrd="3" destOrd="0" presId="urn:microsoft.com/office/officeart/2008/layout/VerticalCurvedList"/>
    <dgm:cxn modelId="{5AECAF7F-863D-4677-AFBF-E590E05B59FF}" type="presParOf" srcId="{F24C8C1E-A325-4A6D-A802-5969E14E633D}" destId="{2665E22E-8483-4053-A6AD-ED872798C2DA}" srcOrd="4" destOrd="0" presId="urn:microsoft.com/office/officeart/2008/layout/VerticalCurvedList"/>
    <dgm:cxn modelId="{5460BE14-0F33-481B-A388-89F7C20ECCB4}" type="presParOf" srcId="{2665E22E-8483-4053-A6AD-ED872798C2DA}" destId="{6522467D-4E0D-41C2-BEDE-0A77B7C92625}" srcOrd="0" destOrd="0" presId="urn:microsoft.com/office/officeart/2008/layout/VerticalCurvedList"/>
    <dgm:cxn modelId="{B9CDA30F-A9D0-412F-932C-488F27CE8B2D}" type="presParOf" srcId="{F24C8C1E-A325-4A6D-A802-5969E14E633D}" destId="{54F61C43-C976-4441-BE50-B0B59014F388}" srcOrd="5" destOrd="0" presId="urn:microsoft.com/office/officeart/2008/layout/VerticalCurvedList"/>
    <dgm:cxn modelId="{CA449C02-46B0-48C1-8F75-EE219D363B4B}" type="presParOf" srcId="{F24C8C1E-A325-4A6D-A802-5969E14E633D}" destId="{F40A6F4A-5173-4940-985E-3E122818E3BE}" srcOrd="6" destOrd="0" presId="urn:microsoft.com/office/officeart/2008/layout/VerticalCurvedList"/>
    <dgm:cxn modelId="{5D026D30-7BD6-4852-B56F-D08A58C8F5EE}" type="presParOf" srcId="{F40A6F4A-5173-4940-985E-3E122818E3BE}" destId="{B75CA793-3B3C-456E-A9A0-8D0E09154536}" srcOrd="0" destOrd="0" presId="urn:microsoft.com/office/officeart/2008/layout/VerticalCurvedList"/>
    <dgm:cxn modelId="{323F38C8-4088-4EA7-984C-496D10622EA2}" type="presParOf" srcId="{F24C8C1E-A325-4A6D-A802-5969E14E633D}" destId="{2EBCF168-C00A-4F95-84B8-C5FD48AC8305}" srcOrd="7" destOrd="0" presId="urn:microsoft.com/office/officeart/2008/layout/VerticalCurvedList"/>
    <dgm:cxn modelId="{CC2550D7-185C-4FF6-8B9F-DFB3DF423994}" type="presParOf" srcId="{F24C8C1E-A325-4A6D-A802-5969E14E633D}" destId="{3B7BCB46-6E9C-4BEF-8DAD-0F2E1E37E466}" srcOrd="8" destOrd="0" presId="urn:microsoft.com/office/officeart/2008/layout/VerticalCurvedList"/>
    <dgm:cxn modelId="{0C3ADDE0-95AB-45E4-A327-5F507348205B}" type="presParOf" srcId="{3B7BCB46-6E9C-4BEF-8DAD-0F2E1E37E466}" destId="{677C31A0-863D-4EF6-AE50-B1ADEF87E1C5}" srcOrd="0" destOrd="0" presId="urn:microsoft.com/office/officeart/2008/layout/VerticalCurvedList"/>
    <dgm:cxn modelId="{3F4C2FF9-200B-4A94-A4C7-86F092510364}" type="presParOf" srcId="{F24C8C1E-A325-4A6D-A802-5969E14E633D}" destId="{23598149-0D54-4BFA-B4A1-E1EBD6D12C18}" srcOrd="9" destOrd="0" presId="urn:microsoft.com/office/officeart/2008/layout/VerticalCurvedList"/>
    <dgm:cxn modelId="{26B5DF45-9EAF-4E84-94DD-FB3ABFA0D8B8}" type="presParOf" srcId="{F24C8C1E-A325-4A6D-A802-5969E14E633D}" destId="{C6F6F2CE-709B-4FAA-8602-9C1AFF1D3821}" srcOrd="10" destOrd="0" presId="urn:microsoft.com/office/officeart/2008/layout/VerticalCurvedList"/>
    <dgm:cxn modelId="{DC31DE0B-2399-4D98-BA8F-D75FEB0A7A83}" type="presParOf" srcId="{C6F6F2CE-709B-4FAA-8602-9C1AFF1D3821}" destId="{FA2F2FE9-B711-4042-8EA2-6CF087C6F700}" srcOrd="0" destOrd="0" presId="urn:microsoft.com/office/officeart/2008/layout/VerticalCurvedList"/>
    <dgm:cxn modelId="{BE246117-3EF6-4799-BBC0-3E86EFC4F114}" type="presParOf" srcId="{F24C8C1E-A325-4A6D-A802-5969E14E633D}" destId="{C501EC1D-7421-4681-BE9F-17DAB893A0F4}" srcOrd="11" destOrd="0" presId="urn:microsoft.com/office/officeart/2008/layout/VerticalCurvedList"/>
    <dgm:cxn modelId="{0EC76774-38EB-42BB-872F-A5EC84C46BB2}" type="presParOf" srcId="{F24C8C1E-A325-4A6D-A802-5969E14E633D}" destId="{BA53D209-0017-4B62-9747-4CA1B9E62E0B}" srcOrd="12" destOrd="0" presId="urn:microsoft.com/office/officeart/2008/layout/VerticalCurvedList"/>
    <dgm:cxn modelId="{B2840214-06A7-4204-ACAE-7261FD0F218A}" type="presParOf" srcId="{BA53D209-0017-4B62-9747-4CA1B9E62E0B}" destId="{4C2361C1-2635-439C-B88C-A4C046207A2D}" srcOrd="0" destOrd="0" presId="urn:microsoft.com/office/officeart/2008/layout/VerticalCurvedList"/>
    <dgm:cxn modelId="{FFFE219F-5140-4E3A-A545-587F1941AC34}" type="presParOf" srcId="{F24C8C1E-A325-4A6D-A802-5969E14E633D}" destId="{73B1263C-6C14-439A-BB51-13602E69810F}" srcOrd="13" destOrd="0" presId="urn:microsoft.com/office/officeart/2008/layout/VerticalCurvedList"/>
    <dgm:cxn modelId="{7A83EC1C-EA53-4151-9596-0E285D2F80BD}" type="presParOf" srcId="{F24C8C1E-A325-4A6D-A802-5969E14E633D}" destId="{E84D4725-3DEA-46B8-8E2D-05B1A13591E0}" srcOrd="14" destOrd="0" presId="urn:microsoft.com/office/officeart/2008/layout/VerticalCurvedList"/>
    <dgm:cxn modelId="{C2BE7322-1DAB-4B7A-8A53-2167F9DDD318}" type="presParOf" srcId="{E84D4725-3DEA-46B8-8E2D-05B1A13591E0}" destId="{7E62D17D-9985-4C1F-836B-423E4616E4C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E59E5-E26C-40D0-A3B1-526705F87105}">
      <dsp:nvSpPr>
        <dsp:cNvPr id="0" name=""/>
        <dsp:cNvSpPr/>
      </dsp:nvSpPr>
      <dsp:spPr>
        <a:xfrm>
          <a:off x="-6405664" y="-980516"/>
          <a:ext cx="7630312" cy="7630312"/>
        </a:xfrm>
        <a:prstGeom prst="blockArc">
          <a:avLst>
            <a:gd name="adj1" fmla="val 18900000"/>
            <a:gd name="adj2" fmla="val 2700000"/>
            <a:gd name="adj3" fmla="val 283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64649-B24D-48C0-B809-CEA8C0FA8931}">
      <dsp:nvSpPr>
        <dsp:cNvPr id="0" name=""/>
        <dsp:cNvSpPr/>
      </dsp:nvSpPr>
      <dsp:spPr>
        <a:xfrm>
          <a:off x="397699" y="257725"/>
          <a:ext cx="5470215" cy="515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895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1. ส่วนของ</a:t>
          </a:r>
          <a:r>
            <a:rPr lang="th-TH" sz="2300" b="0" kern="12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ผู้แจ้ง</a:t>
          </a:r>
          <a:endParaRPr lang="en-US" sz="2300" b="0" kern="1200" dirty="0"/>
        </a:p>
      </dsp:txBody>
      <dsp:txXfrm>
        <a:off x="397699" y="257725"/>
        <a:ext cx="5470215" cy="515224"/>
      </dsp:txXfrm>
    </dsp:sp>
    <dsp:sp modelId="{8D65AB91-5F23-4755-A4AE-81AB5373CA1B}">
      <dsp:nvSpPr>
        <dsp:cNvPr id="0" name=""/>
        <dsp:cNvSpPr/>
      </dsp:nvSpPr>
      <dsp:spPr>
        <a:xfrm>
          <a:off x="75684" y="193322"/>
          <a:ext cx="644030" cy="6440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E7587BF-FFC2-4CC0-A340-2881128A78EB}">
      <dsp:nvSpPr>
        <dsp:cNvPr id="0" name=""/>
        <dsp:cNvSpPr/>
      </dsp:nvSpPr>
      <dsp:spPr>
        <a:xfrm>
          <a:off x="864281" y="1031015"/>
          <a:ext cx="5003633" cy="515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895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2. </a:t>
          </a:r>
          <a:r>
            <a:rPr lang="th-TH" sz="23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sz="2300" b="0" kern="12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ผู้รับแจ้ง</a:t>
          </a:r>
          <a:endParaRPr lang="en-US" sz="2300" kern="1200" dirty="0"/>
        </a:p>
      </dsp:txBody>
      <dsp:txXfrm>
        <a:off x="864281" y="1031015"/>
        <a:ext cx="5003633" cy="515224"/>
      </dsp:txXfrm>
    </dsp:sp>
    <dsp:sp modelId="{6522467D-4E0D-41C2-BEDE-0A77B7C92625}">
      <dsp:nvSpPr>
        <dsp:cNvPr id="0" name=""/>
        <dsp:cNvSpPr/>
      </dsp:nvSpPr>
      <dsp:spPr>
        <a:xfrm>
          <a:off x="542266" y="966612"/>
          <a:ext cx="644030" cy="6440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54F61C43-C976-4441-BE50-B0B59014F388}">
      <dsp:nvSpPr>
        <dsp:cNvPr id="0" name=""/>
        <dsp:cNvSpPr/>
      </dsp:nvSpPr>
      <dsp:spPr>
        <a:xfrm>
          <a:off x="1119966" y="1803738"/>
          <a:ext cx="4747948" cy="515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895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3. </a:t>
          </a:r>
          <a:r>
            <a:rPr lang="th-TH" sz="23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sz="2300" b="0" kern="12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ผู้ดำเนินการ</a:t>
          </a:r>
          <a:endParaRPr lang="en-US" sz="2300" kern="1200" dirty="0"/>
        </a:p>
      </dsp:txBody>
      <dsp:txXfrm>
        <a:off x="1119966" y="1803738"/>
        <a:ext cx="4747948" cy="515224"/>
      </dsp:txXfrm>
    </dsp:sp>
    <dsp:sp modelId="{B75CA793-3B3C-456E-A9A0-8D0E09154536}">
      <dsp:nvSpPr>
        <dsp:cNvPr id="0" name=""/>
        <dsp:cNvSpPr/>
      </dsp:nvSpPr>
      <dsp:spPr>
        <a:xfrm>
          <a:off x="797951" y="1739335"/>
          <a:ext cx="644030" cy="6440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2EBCF168-C00A-4F95-84B8-C5FD48AC8305}">
      <dsp:nvSpPr>
        <dsp:cNvPr id="0" name=""/>
        <dsp:cNvSpPr/>
      </dsp:nvSpPr>
      <dsp:spPr>
        <a:xfrm>
          <a:off x="1201603" y="2577027"/>
          <a:ext cx="4666311" cy="515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895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4. </a:t>
          </a:r>
          <a:r>
            <a:rPr lang="th-TH" sz="23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sz="2300" b="0" kern="12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ผู้อนุมัติ</a:t>
          </a:r>
          <a:endParaRPr lang="en-US" sz="2300" kern="1200" dirty="0"/>
        </a:p>
      </dsp:txBody>
      <dsp:txXfrm>
        <a:off x="1201603" y="2577027"/>
        <a:ext cx="4666311" cy="515224"/>
      </dsp:txXfrm>
    </dsp:sp>
    <dsp:sp modelId="{677C31A0-863D-4EF6-AE50-B1ADEF87E1C5}">
      <dsp:nvSpPr>
        <dsp:cNvPr id="0" name=""/>
        <dsp:cNvSpPr/>
      </dsp:nvSpPr>
      <dsp:spPr>
        <a:xfrm>
          <a:off x="879588" y="2512624"/>
          <a:ext cx="644030" cy="6440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23598149-0D54-4BFA-B4A1-E1EBD6D12C18}">
      <dsp:nvSpPr>
        <dsp:cNvPr id="0" name=""/>
        <dsp:cNvSpPr/>
      </dsp:nvSpPr>
      <dsp:spPr>
        <a:xfrm>
          <a:off x="1119966" y="3350317"/>
          <a:ext cx="4747948" cy="515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895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5. </a:t>
          </a:r>
          <a:r>
            <a:rPr lang="th-TH" sz="23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sz="2300" b="0" kern="12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ผู้ตรวจสอบ</a:t>
          </a:r>
          <a:endParaRPr lang="en-US" sz="2300" kern="1200" dirty="0"/>
        </a:p>
      </dsp:txBody>
      <dsp:txXfrm>
        <a:off x="1119966" y="3350317"/>
        <a:ext cx="4747948" cy="515224"/>
      </dsp:txXfrm>
    </dsp:sp>
    <dsp:sp modelId="{FA2F2FE9-B711-4042-8EA2-6CF087C6F700}">
      <dsp:nvSpPr>
        <dsp:cNvPr id="0" name=""/>
        <dsp:cNvSpPr/>
      </dsp:nvSpPr>
      <dsp:spPr>
        <a:xfrm>
          <a:off x="797951" y="3285914"/>
          <a:ext cx="644030" cy="6440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501EC1D-7421-4681-BE9F-17DAB893A0F4}">
      <dsp:nvSpPr>
        <dsp:cNvPr id="0" name=""/>
        <dsp:cNvSpPr/>
      </dsp:nvSpPr>
      <dsp:spPr>
        <a:xfrm>
          <a:off x="864281" y="4123040"/>
          <a:ext cx="5003633" cy="515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895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6. ประวัติเอกสาร</a:t>
          </a:r>
          <a:endParaRPr lang="th-TH" sz="2300" kern="1200" dirty="0"/>
        </a:p>
      </dsp:txBody>
      <dsp:txXfrm>
        <a:off x="864281" y="4123040"/>
        <a:ext cx="5003633" cy="515224"/>
      </dsp:txXfrm>
    </dsp:sp>
    <dsp:sp modelId="{4C2361C1-2635-439C-B88C-A4C046207A2D}">
      <dsp:nvSpPr>
        <dsp:cNvPr id="0" name=""/>
        <dsp:cNvSpPr/>
      </dsp:nvSpPr>
      <dsp:spPr>
        <a:xfrm>
          <a:off x="542266" y="4058637"/>
          <a:ext cx="644030" cy="6440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3B1263C-6C14-439A-BB51-13602E69810F}">
      <dsp:nvSpPr>
        <dsp:cNvPr id="0" name=""/>
        <dsp:cNvSpPr/>
      </dsp:nvSpPr>
      <dsp:spPr>
        <a:xfrm>
          <a:off x="397699" y="4896330"/>
          <a:ext cx="5470215" cy="515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895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3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7. </a:t>
          </a:r>
          <a:r>
            <a:rPr lang="en-US" sz="23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Configuration</a:t>
          </a:r>
          <a:endParaRPr lang="en-US" sz="2300" kern="1200" dirty="0"/>
        </a:p>
      </dsp:txBody>
      <dsp:txXfrm>
        <a:off x="397699" y="4896330"/>
        <a:ext cx="5470215" cy="515224"/>
      </dsp:txXfrm>
    </dsp:sp>
    <dsp:sp modelId="{7E62D17D-9985-4C1F-836B-423E4616E4C7}">
      <dsp:nvSpPr>
        <dsp:cNvPr id="0" name=""/>
        <dsp:cNvSpPr/>
      </dsp:nvSpPr>
      <dsp:spPr>
        <a:xfrm>
          <a:off x="75684" y="4831927"/>
          <a:ext cx="644030" cy="6440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A5BED-988C-44A5-A63D-8E25F89ACF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F3106-7F23-49E9-916C-48ADFD175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2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F3106-7F23-49E9-916C-48ADFD1752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6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7A72-5936-4523-B258-C6460E4C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EC8EA-25CB-43EA-A453-968F5457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7C25-7115-43E7-AB85-D1E749E4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D08-D70C-4954-B9E2-974A5DCF0B92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C5CB-1F37-41D8-892A-EA6E09F7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D6F-8B94-4382-9F73-2C2BFFF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4CC3-D05B-4163-8DA1-EC69AB4C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2CFE-69FF-42D2-9594-DC2C25E1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ADC2-3EB5-49F8-BF40-C94DABE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A620-FFAD-4E57-9AE0-9D3AA34AEEE5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1266-40A4-44F1-8ED9-B3135C0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213D-9A71-4DF7-90E3-83019BE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9000-F78C-4D78-8EDD-E4299B6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49C8-FD89-4843-9F7E-2EC6235A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646-2792-4D80-B9AA-3529041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0399-42A5-4301-95A7-05646DFF0FB4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91B-1096-4591-883D-37197C10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A519D-E2EC-4832-999A-B889FF5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F70E-3D81-48B2-BACF-E712BA2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5E13-35DC-44B2-B1BD-716D05E5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7CC59-E8C7-4873-98CA-6146320F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24AD-7EEC-4238-A068-57A7856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CB22-0DD5-4DAD-A5C1-1FF73CAC01B7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EDF6-399C-4F07-B806-971F0DE4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E5AB-5F59-4CD7-A911-CBF5EA1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AFAA-8A25-4294-A7FD-052B70E4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BE6E-2628-4E67-8B24-9F127B94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576A-401F-4254-A0EB-1D4FA9A2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07B-55DC-4246-A0A7-2C5EDEA8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3DD6-B2BA-4ACF-AD73-1C61882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330B-3E89-4024-A770-50B5AAF0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D9FD-20BC-418B-9248-0FCB0CE09270}" type="datetime1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E201B-4D1C-4F3D-AF32-A4BDED43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499EA-FF97-49FB-B738-DEB4062B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07E9-4350-49FE-8205-F7F4703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75548-049D-4FF5-A177-BD2405AE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2B74-C62A-427C-9651-A40D4F455C51}" type="datetime1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246C-0167-4480-BA70-5FC9BA26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0C0E-8A22-4A19-8DE8-CA84FFBF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D701-F75E-4180-9CC7-DFDEABE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D1DC1-D55C-4A03-AEA9-5C3BF0D847B0}" type="datetime1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D52F-0162-49EA-A8A0-915695AC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FD98-B35A-41C9-8D1C-B67E6C65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35E3-1313-4672-BA58-8FB3AE8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FAD0-56BA-4275-942B-8377AD7F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E004-CD03-4F02-9842-BB758398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C281-25BA-4E84-8E5C-34EB74B8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681B-C817-4C7B-B925-B5A00EF619D1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EA7C-EBA9-4863-B264-F6C84B6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9AA7-F7A7-4C0E-B9A7-C7D387D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1707-AAFE-46F7-9AC7-E7F056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4353-8DB7-44E7-AEB4-343725831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A6F8-794D-445A-8E43-DBDDF1BB7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94CE-F473-40FD-8A23-726E6A1C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741B-9F8E-492A-A9F9-88035C7A14EA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D6DE8-6911-4C27-AC9C-EBAC2EE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369F-AB16-48A5-AD75-F02DBF03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569-618A-4831-8230-E2083BB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BF83-BC9D-4421-B573-34E09DD0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BEE0-B382-42A6-95D3-614B2CCD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874F-8668-4CF3-829E-A58CCF679D0A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BCEB-0E9E-4D75-991E-5C4654B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FD36-FA4D-40BC-BA31-632480A3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767B-9D58-439F-A8B0-C7F1DC08C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D35F-FC0B-45CC-801E-4B09751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7836-D1D4-4E43-9765-16A9A4BA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42B5-EBC0-4FF8-B554-C00B4E7FAF37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E800-AA78-4595-BB21-C92895FC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0240-FB4A-4477-AC07-1EFB2AB5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7E-F4F1-4D16-B749-4ABAFC5D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6A1D7-CFC1-4AC5-9192-BFBCD90B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1EE-72AB-4868-BBC7-9751FA2F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46E45-01C5-4238-BDEE-9772C52AF16B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4284-191D-4F85-839C-B739D1E09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1F8E-F4AC-452F-ADCA-92A471E6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78B4A-1123-4D37-9A2A-D0FC32747CF7}"/>
              </a:ext>
            </a:extLst>
          </p:cNvPr>
          <p:cNvSpPr/>
          <p:nvPr/>
        </p:nvSpPr>
        <p:spPr>
          <a:xfrm>
            <a:off x="0" y="1857665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คู่มือการใช้งาน</a:t>
            </a:r>
          </a:p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แบบฟอร์มขอรับบริการด้านกฎหมาย</a:t>
            </a:r>
            <a:endParaRPr lang="en-US" sz="6600" b="1" dirty="0">
              <a:latin typeface="AngsanaUPC" panose="02020603050405020304" pitchFamily="18" charset="-34"/>
              <a:cs typeface="+mj-cs"/>
            </a:endParaRPr>
          </a:p>
          <a:p>
            <a:pPr algn="ctr"/>
            <a:r>
              <a:rPr lang="en-US" sz="6600" b="1" dirty="0">
                <a:latin typeface="AngsanaUPC" panose="02020603050405020304" pitchFamily="18" charset="-34"/>
                <a:cs typeface="+mj-cs"/>
              </a:rPr>
              <a:t>(Legal Service Form)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8A13E-557E-4A93-BA18-D6ED208A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51299-7069-4DA3-9ADE-4F7240D8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72214E-B934-4FDE-AE36-2C24BA59F4B8}"/>
              </a:ext>
            </a:extLst>
          </p:cNvPr>
          <p:cNvGrpSpPr/>
          <p:nvPr/>
        </p:nvGrpSpPr>
        <p:grpSpPr>
          <a:xfrm>
            <a:off x="1295400" y="561613"/>
            <a:ext cx="9601200" cy="5669280"/>
            <a:chOff x="1464733" y="561613"/>
            <a:chExt cx="9601200" cy="5669280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AB41EE3C-6F2E-49CC-A8C0-8CC9E0BF50C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3255932"/>
                </p:ext>
              </p:extLst>
            </p:nvPr>
          </p:nvGraphicFramePr>
          <p:xfrm>
            <a:off x="5122333" y="561613"/>
            <a:ext cx="5943600" cy="566928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C29A6D-83F6-433B-9705-D69FDDC2C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64733" y="1539474"/>
              <a:ext cx="3657600" cy="39644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15050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B66BC9-EAC7-4AD5-BADC-B04BEB90C402}"/>
              </a:ext>
            </a:extLst>
          </p:cNvPr>
          <p:cNvSpPr txBox="1"/>
          <p:nvPr/>
        </p:nvSpPr>
        <p:spPr>
          <a:xfrm>
            <a:off x="-1" y="726815"/>
            <a:ext cx="12179808" cy="461665"/>
          </a:xfrm>
          <a:prstGeom prst="rect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cs typeface="+mj-cs"/>
              </a:rPr>
              <a:t>ขั้นตอนการดำเนินการ</a:t>
            </a:r>
            <a:endParaRPr lang="en-US" sz="2400" b="1" dirty="0">
              <a:cs typeface="+mj-cs"/>
            </a:endParaRPr>
          </a:p>
        </p:txBody>
      </p:sp>
      <p:graphicFrame>
        <p:nvGraphicFramePr>
          <p:cNvPr id="10" name="Table 19">
            <a:extLst>
              <a:ext uri="{FF2B5EF4-FFF2-40B4-BE49-F238E27FC236}">
                <a16:creationId xmlns:a16="http://schemas.microsoft.com/office/drawing/2014/main" id="{B699358E-4B00-44DF-8659-63A549FA1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41119"/>
              </p:ext>
            </p:extLst>
          </p:nvPr>
        </p:nvGraphicFramePr>
        <p:xfrm>
          <a:off x="-1" y="1218522"/>
          <a:ext cx="12192001" cy="36576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46032">
                  <a:extLst>
                    <a:ext uri="{9D8B030D-6E8A-4147-A177-3AD203B41FA5}">
                      <a16:colId xmlns:a16="http://schemas.microsoft.com/office/drawing/2014/main" val="159443718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468033718"/>
                    </a:ext>
                  </a:extLst>
                </a:gridCol>
                <a:gridCol w="2078892">
                  <a:extLst>
                    <a:ext uri="{9D8B030D-6E8A-4147-A177-3AD203B41FA5}">
                      <a16:colId xmlns:a16="http://schemas.microsoft.com/office/drawing/2014/main" val="3705466270"/>
                    </a:ext>
                  </a:extLst>
                </a:gridCol>
                <a:gridCol w="2219569">
                  <a:extLst>
                    <a:ext uri="{9D8B030D-6E8A-4147-A177-3AD203B41FA5}">
                      <a16:colId xmlns:a16="http://schemas.microsoft.com/office/drawing/2014/main" val="4102803201"/>
                    </a:ext>
                  </a:extLst>
                </a:gridCol>
                <a:gridCol w="2078893">
                  <a:extLst>
                    <a:ext uri="{9D8B030D-6E8A-4147-A177-3AD203B41FA5}">
                      <a16:colId xmlns:a16="http://schemas.microsoft.com/office/drawing/2014/main" val="263068930"/>
                    </a:ext>
                  </a:extLst>
                </a:gridCol>
                <a:gridCol w="1735015">
                  <a:extLst>
                    <a:ext uri="{9D8B030D-6E8A-4147-A177-3AD203B41FA5}">
                      <a16:colId xmlns:a16="http://schemas.microsoft.com/office/drawing/2014/main" val="660281167"/>
                    </a:ext>
                  </a:extLst>
                </a:gridCol>
              </a:tblGrid>
              <a:tr h="467403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ผู้แจ้ง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ผู้บังคับบัญชาของผู้แจ้ง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ผู้รับแจ้ง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ผู้ดำเนินการ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ผู้อนุมัติ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8708230"/>
                  </a:ext>
                </a:extLst>
              </a:tr>
              <a:tr h="3190197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3004777"/>
                  </a:ext>
                </a:extLst>
              </a:tr>
            </a:tbl>
          </a:graphicData>
        </a:graphic>
      </p:graphicFrame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CB4B7E3E-0BD7-471D-87D9-07CEA550DBFE}"/>
              </a:ext>
            </a:extLst>
          </p:cNvPr>
          <p:cNvSpPr/>
          <p:nvPr/>
        </p:nvSpPr>
        <p:spPr>
          <a:xfrm>
            <a:off x="27120" y="2093036"/>
            <a:ext cx="548640" cy="274320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Start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2BEC7DC-9427-4E28-9899-B5F1DBEA0078}"/>
              </a:ext>
            </a:extLst>
          </p:cNvPr>
          <p:cNvSpPr/>
          <p:nvPr/>
        </p:nvSpPr>
        <p:spPr>
          <a:xfrm>
            <a:off x="721891" y="1910159"/>
            <a:ext cx="109728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Legal Service form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F16FB05F-A36C-4212-89E9-9D9EF6EEC1C1}"/>
              </a:ext>
            </a:extLst>
          </p:cNvPr>
          <p:cNvSpPr/>
          <p:nvPr/>
        </p:nvSpPr>
        <p:spPr>
          <a:xfrm>
            <a:off x="2120241" y="1772996"/>
            <a:ext cx="1215466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B328F575-42D8-4060-94F4-F45FA9603572}"/>
              </a:ext>
            </a:extLst>
          </p:cNvPr>
          <p:cNvSpPr/>
          <p:nvPr/>
        </p:nvSpPr>
        <p:spPr>
          <a:xfrm>
            <a:off x="4185253" y="1772996"/>
            <a:ext cx="1215466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CEFEF1AD-1B3D-46F5-B018-125B664D08F1}"/>
              </a:ext>
            </a:extLst>
          </p:cNvPr>
          <p:cNvSpPr/>
          <p:nvPr/>
        </p:nvSpPr>
        <p:spPr>
          <a:xfrm>
            <a:off x="4335786" y="3263871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Legal Service form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0AE4D3-B4E2-4BC8-9E0A-FE2B3C789D5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575760" y="2230196"/>
            <a:ext cx="146131" cy="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EE56B5-C5E3-4B7E-8395-9CDC09C12FF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819171" y="2230196"/>
            <a:ext cx="301070" cy="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11A970-AA4B-41EC-B674-19730229F665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3335707" y="2230196"/>
            <a:ext cx="849546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2B89F0-A2C3-442B-82DD-D23482FB0E9F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4792986" y="2687396"/>
            <a:ext cx="0" cy="576475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23B22EF-EA6C-4A60-85E5-148F0384738B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5400000" flipH="1">
            <a:off x="1930674" y="1890097"/>
            <a:ext cx="137157" cy="1457443"/>
          </a:xfrm>
          <a:prstGeom prst="bentConnector3">
            <a:avLst>
              <a:gd name="adj1" fmla="val -166670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B1CD3D0F-BBE2-4BD9-9DC2-5EAE1BCCF8CE}"/>
              </a:ext>
            </a:extLst>
          </p:cNvPr>
          <p:cNvSpPr/>
          <p:nvPr/>
        </p:nvSpPr>
        <p:spPr>
          <a:xfrm>
            <a:off x="6287819" y="178601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Process</a:t>
            </a:r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4CF02878-48AF-4EE6-9836-74B593726B02}"/>
              </a:ext>
            </a:extLst>
          </p:cNvPr>
          <p:cNvSpPr/>
          <p:nvPr/>
        </p:nvSpPr>
        <p:spPr>
          <a:xfrm>
            <a:off x="6516419" y="3434220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Legal Service form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B4B1AD-4563-4FD3-84A7-CF8E0FC07ED4}"/>
              </a:ext>
            </a:extLst>
          </p:cNvPr>
          <p:cNvCxnSpPr>
            <a:cxnSpLocks/>
            <a:stCxn id="20" idx="3"/>
            <a:endCxn id="43" idx="1"/>
          </p:cNvCxnSpPr>
          <p:nvPr/>
        </p:nvCxnSpPr>
        <p:spPr>
          <a:xfrm>
            <a:off x="5400719" y="2230196"/>
            <a:ext cx="887100" cy="1302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117DF9D-51C6-4510-B4F0-664EACFAC1BC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6973619" y="2700416"/>
            <a:ext cx="0" cy="73380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67D686A2-4BCD-4516-BAFC-E606A94C16C7}"/>
              </a:ext>
            </a:extLst>
          </p:cNvPr>
          <p:cNvSpPr/>
          <p:nvPr/>
        </p:nvSpPr>
        <p:spPr>
          <a:xfrm>
            <a:off x="8546518" y="1772996"/>
            <a:ext cx="1215466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4C3EDAA3-1478-4831-94F5-0EAEBFB66393}"/>
              </a:ext>
            </a:extLst>
          </p:cNvPr>
          <p:cNvSpPr/>
          <p:nvPr/>
        </p:nvSpPr>
        <p:spPr>
          <a:xfrm>
            <a:off x="8697051" y="3241870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Expense 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871934-704D-4945-A59B-C1BA59E93B44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 flipV="1">
            <a:off x="7659419" y="2230196"/>
            <a:ext cx="887099" cy="1302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83E4787-5651-4033-ABD6-03A6D492315B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>
            <a:off x="9154251" y="2687396"/>
            <a:ext cx="0" cy="55447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C4FC49F-42BD-42CE-93AB-3C25A17F2E28}"/>
              </a:ext>
            </a:extLst>
          </p:cNvPr>
          <p:cNvSpPr txBox="1"/>
          <p:nvPr/>
        </p:nvSpPr>
        <p:spPr>
          <a:xfrm>
            <a:off x="2514169" y="2788054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E723A9-75DA-4C3C-B7DB-084B64967B7A}"/>
              </a:ext>
            </a:extLst>
          </p:cNvPr>
          <p:cNvSpPr txBox="1"/>
          <p:nvPr/>
        </p:nvSpPr>
        <p:spPr>
          <a:xfrm>
            <a:off x="3445002" y="2081541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6B771-FB48-4409-9584-DC495083AE7C}"/>
              </a:ext>
            </a:extLst>
          </p:cNvPr>
          <p:cNvSpPr txBox="1"/>
          <p:nvPr/>
        </p:nvSpPr>
        <p:spPr>
          <a:xfrm>
            <a:off x="5481794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9E4132-D8F6-490B-8E53-C9AE446B221A}"/>
              </a:ext>
            </a:extLst>
          </p:cNvPr>
          <p:cNvSpPr txBox="1"/>
          <p:nvPr/>
        </p:nvSpPr>
        <p:spPr>
          <a:xfrm>
            <a:off x="7734846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Success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C1FCD0-39C8-483C-B02A-47D2E1F1A68B}"/>
              </a:ext>
            </a:extLst>
          </p:cNvPr>
          <p:cNvSpPr txBox="1"/>
          <p:nvPr/>
        </p:nvSpPr>
        <p:spPr>
          <a:xfrm>
            <a:off x="4528817" y="2795980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242288-6BDE-43A8-A68A-0B5AA6D500A1}"/>
              </a:ext>
            </a:extLst>
          </p:cNvPr>
          <p:cNvSpPr txBox="1"/>
          <p:nvPr/>
        </p:nvSpPr>
        <p:spPr>
          <a:xfrm>
            <a:off x="6694029" y="2795980"/>
            <a:ext cx="548640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Not success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E4A141-7F21-46AF-AA16-E2B38492C356}"/>
              </a:ext>
            </a:extLst>
          </p:cNvPr>
          <p:cNvSpPr txBox="1"/>
          <p:nvPr/>
        </p:nvSpPr>
        <p:spPr>
          <a:xfrm>
            <a:off x="8895569" y="2771410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72" name="Flowchart: Terminator 71">
            <a:extLst>
              <a:ext uri="{FF2B5EF4-FFF2-40B4-BE49-F238E27FC236}">
                <a16:creationId xmlns:a16="http://schemas.microsoft.com/office/drawing/2014/main" id="{D5AE03E5-4BA7-463E-958B-677EEBAC721E}"/>
              </a:ext>
            </a:extLst>
          </p:cNvPr>
          <p:cNvSpPr/>
          <p:nvPr/>
        </p:nvSpPr>
        <p:spPr>
          <a:xfrm>
            <a:off x="11021529" y="3453656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F95A25-D882-4F7C-998F-D8896CB416A4}"/>
              </a:ext>
            </a:extLst>
          </p:cNvPr>
          <p:cNvCxnSpPr>
            <a:cxnSpLocks/>
            <a:stCxn id="50" idx="3"/>
            <a:endCxn id="141" idx="1"/>
          </p:cNvCxnSpPr>
          <p:nvPr/>
        </p:nvCxnSpPr>
        <p:spPr>
          <a:xfrm>
            <a:off x="9761984" y="2230196"/>
            <a:ext cx="887099" cy="1302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4808931-A5C8-4724-AA05-CA9FC4AD60D0}"/>
              </a:ext>
            </a:extLst>
          </p:cNvPr>
          <p:cNvSpPr txBox="1"/>
          <p:nvPr/>
        </p:nvSpPr>
        <p:spPr>
          <a:xfrm>
            <a:off x="9824189" y="2081541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83" name="Flowchart: Terminator 82">
            <a:extLst>
              <a:ext uri="{FF2B5EF4-FFF2-40B4-BE49-F238E27FC236}">
                <a16:creationId xmlns:a16="http://schemas.microsoft.com/office/drawing/2014/main" id="{DE5B7818-3649-4E41-AB41-B505311C3D42}"/>
              </a:ext>
            </a:extLst>
          </p:cNvPr>
          <p:cNvSpPr/>
          <p:nvPr/>
        </p:nvSpPr>
        <p:spPr>
          <a:xfrm>
            <a:off x="8876754" y="4243015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0B7D4E5-5FB5-4612-A279-B4828EDD26D7}"/>
              </a:ext>
            </a:extLst>
          </p:cNvPr>
          <p:cNvCxnSpPr>
            <a:cxnSpLocks/>
            <a:stCxn id="51" idx="2"/>
            <a:endCxn id="83" idx="0"/>
          </p:cNvCxnSpPr>
          <p:nvPr/>
        </p:nvCxnSpPr>
        <p:spPr>
          <a:xfrm flipH="1">
            <a:off x="9151074" y="3881950"/>
            <a:ext cx="3177" cy="361065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Flowchart: Terminator 86">
            <a:extLst>
              <a:ext uri="{FF2B5EF4-FFF2-40B4-BE49-F238E27FC236}">
                <a16:creationId xmlns:a16="http://schemas.microsoft.com/office/drawing/2014/main" id="{2AFA6E07-6B09-4BED-91B1-451CC5EC90F9}"/>
              </a:ext>
            </a:extLst>
          </p:cNvPr>
          <p:cNvSpPr/>
          <p:nvPr/>
        </p:nvSpPr>
        <p:spPr>
          <a:xfrm>
            <a:off x="6699299" y="4348620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67B0D8C-39E1-477B-883C-3625751BBD81}"/>
              </a:ext>
            </a:extLst>
          </p:cNvPr>
          <p:cNvCxnSpPr>
            <a:cxnSpLocks/>
            <a:stCxn id="44" idx="2"/>
            <a:endCxn id="87" idx="0"/>
          </p:cNvCxnSpPr>
          <p:nvPr/>
        </p:nvCxnSpPr>
        <p:spPr>
          <a:xfrm>
            <a:off x="6973619" y="4074300"/>
            <a:ext cx="0" cy="27432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Flowchart: Terminator 90">
            <a:extLst>
              <a:ext uri="{FF2B5EF4-FFF2-40B4-BE49-F238E27FC236}">
                <a16:creationId xmlns:a16="http://schemas.microsoft.com/office/drawing/2014/main" id="{32EB2F60-5BE1-47C4-86AB-ED0B957C830D}"/>
              </a:ext>
            </a:extLst>
          </p:cNvPr>
          <p:cNvSpPr/>
          <p:nvPr/>
        </p:nvSpPr>
        <p:spPr>
          <a:xfrm>
            <a:off x="4518666" y="4179578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75E1D11-8477-49D4-845E-5856BB463080}"/>
              </a:ext>
            </a:extLst>
          </p:cNvPr>
          <p:cNvCxnSpPr>
            <a:cxnSpLocks/>
            <a:stCxn id="21" idx="2"/>
            <a:endCxn id="91" idx="0"/>
          </p:cNvCxnSpPr>
          <p:nvPr/>
        </p:nvCxnSpPr>
        <p:spPr>
          <a:xfrm>
            <a:off x="4792986" y="3903951"/>
            <a:ext cx="0" cy="275627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5604FC3C-F431-4B40-96B5-ABCBCBCF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</a:t>
            </a:fld>
            <a:endParaRPr lang="en-US"/>
          </a:p>
        </p:txBody>
      </p:sp>
      <p:sp>
        <p:nvSpPr>
          <p:cNvPr id="141" name="Flowchart: Decision 140">
            <a:extLst>
              <a:ext uri="{FF2B5EF4-FFF2-40B4-BE49-F238E27FC236}">
                <a16:creationId xmlns:a16="http://schemas.microsoft.com/office/drawing/2014/main" id="{A9A3B169-A83C-4BF4-95B2-58D6ECB0EC0F}"/>
              </a:ext>
            </a:extLst>
          </p:cNvPr>
          <p:cNvSpPr/>
          <p:nvPr/>
        </p:nvSpPr>
        <p:spPr>
          <a:xfrm>
            <a:off x="10649083" y="1786016"/>
            <a:ext cx="1293532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36FE856-9BE9-4DA8-9E17-83182E535373}"/>
              </a:ext>
            </a:extLst>
          </p:cNvPr>
          <p:cNvCxnSpPr>
            <a:cxnSpLocks/>
            <a:stCxn id="141" idx="2"/>
            <a:endCxn id="72" idx="0"/>
          </p:cNvCxnSpPr>
          <p:nvPr/>
        </p:nvCxnSpPr>
        <p:spPr>
          <a:xfrm>
            <a:off x="11295849" y="2700416"/>
            <a:ext cx="0" cy="75324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7724208F-2A97-41EA-8579-38B30F2F609C}"/>
              </a:ext>
            </a:extLst>
          </p:cNvPr>
          <p:cNvSpPr txBox="1"/>
          <p:nvPr/>
        </p:nvSpPr>
        <p:spPr>
          <a:xfrm>
            <a:off x="11021529" y="2886335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</p:spTree>
    <p:extLst>
      <p:ext uri="{BB962C8B-B14F-4D97-AF65-F5344CB8AC3E}">
        <p14:creationId xmlns:p14="http://schemas.microsoft.com/office/powerpoint/2010/main" val="3536556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 ส่วนของ</a:t>
              </a:r>
              <a:b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</a:br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ผู้แจ้ง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75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0C940-8C5D-49F3-8CD3-CB3F6EEBE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54" y="2754431"/>
            <a:ext cx="2452832" cy="23837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5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792480" y="1046440"/>
            <a:ext cx="10607040" cy="1097280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 เมื่อผู้แจ้งมีความประสงค์ ใช้บริการด้านกฎหมาย ให้เข้ามาที่ แถบเมนู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แบบฟอร์มขอรับบริการ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ของแผนกกฎหมาย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C6A88-E9FA-490C-8E0C-62459BABCBE0}"/>
              </a:ext>
            </a:extLst>
          </p:cNvPr>
          <p:cNvSpPr/>
          <p:nvPr/>
        </p:nvSpPr>
        <p:spPr>
          <a:xfrm>
            <a:off x="368888" y="3912258"/>
            <a:ext cx="2286364" cy="34159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497E8-705F-4CC4-9749-00527F444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811" y="2351066"/>
            <a:ext cx="8002375" cy="41878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1E5CAB-DC11-46DF-8718-8773A577A9AE}"/>
              </a:ext>
            </a:extLst>
          </p:cNvPr>
          <p:cNvSpPr/>
          <p:nvPr/>
        </p:nvSpPr>
        <p:spPr>
          <a:xfrm>
            <a:off x="2980746" y="3826381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90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98BC2-E58D-424E-B185-317B62E23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04" y="984885"/>
            <a:ext cx="6187976" cy="50524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6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5476630" y="1710719"/>
            <a:ext cx="3290278" cy="686678"/>
          </a:xfrm>
          <a:prstGeom prst="wedgeRectCallout">
            <a:avLst>
              <a:gd name="adj1" fmla="val -52940"/>
              <a:gd name="adj2" fmla="val 857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1.2 เลือกวันที่ต้องการ คล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ิ๊ก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ปุ่มปฏิทิน 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B48034-BFE5-4623-A94C-6043453BF68A}"/>
              </a:ext>
            </a:extLst>
          </p:cNvPr>
          <p:cNvSpPr/>
          <p:nvPr/>
        </p:nvSpPr>
        <p:spPr>
          <a:xfrm>
            <a:off x="4557934" y="2485330"/>
            <a:ext cx="486896" cy="35950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76544CF-4314-4898-9013-A433845519EB}"/>
              </a:ext>
            </a:extLst>
          </p:cNvPr>
          <p:cNvSpPr/>
          <p:nvPr/>
        </p:nvSpPr>
        <p:spPr>
          <a:xfrm>
            <a:off x="7121769" y="2844837"/>
            <a:ext cx="3290278" cy="1185442"/>
          </a:xfrm>
          <a:prstGeom prst="wedgeRectCallout">
            <a:avLst>
              <a:gd name="adj1" fmla="val -66243"/>
              <a:gd name="adj2" fmla="val -2163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1.3 เลือกประเภท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 หากไม่เลือกประเภทก่อนจะไม่เห็นส่วนของความต้องการ 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2CB2E-AFFE-4D64-93C5-08E860314B1B}"/>
              </a:ext>
            </a:extLst>
          </p:cNvPr>
          <p:cNvSpPr/>
          <p:nvPr/>
        </p:nvSpPr>
        <p:spPr>
          <a:xfrm>
            <a:off x="638518" y="3401683"/>
            <a:ext cx="5910773" cy="156108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2BD7DF3A-70E0-4B32-A456-4183E85CBE37}"/>
              </a:ext>
            </a:extLst>
          </p:cNvPr>
          <p:cNvSpPr/>
          <p:nvPr/>
        </p:nvSpPr>
        <p:spPr>
          <a:xfrm>
            <a:off x="7121769" y="4276028"/>
            <a:ext cx="3290278" cy="871253"/>
          </a:xfrm>
          <a:prstGeom prst="wedgeRectCallout">
            <a:avLst>
              <a:gd name="adj1" fmla="val -78832"/>
              <a:gd name="adj2" fmla="val -243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1.4 เลือกความต้องการ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ได้มากกว่า 1 ข้อ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C6D70ABA-0F84-4EDA-9EBD-A7436663B1B9}"/>
              </a:ext>
            </a:extLst>
          </p:cNvPr>
          <p:cNvSpPr/>
          <p:nvPr/>
        </p:nvSpPr>
        <p:spPr>
          <a:xfrm>
            <a:off x="7321061" y="5444680"/>
            <a:ext cx="3290278" cy="871253"/>
          </a:xfrm>
          <a:prstGeom prst="wedgeRectCallout">
            <a:avLst>
              <a:gd name="adj1" fmla="val -78832"/>
              <a:gd name="adj2" fmla="val -243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1.5 เลือกความเร่งด่วนของงาน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6884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2667AB-9141-446E-81DB-2AA482C9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152" y="984885"/>
            <a:ext cx="5433145" cy="29491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B8BE26-AD1D-4830-B50D-6FE9E2235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26" y="2560927"/>
            <a:ext cx="5928874" cy="39779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459152" y="956393"/>
            <a:ext cx="5089419" cy="1103424"/>
          </a:xfrm>
          <a:prstGeom prst="wedgeRectCallout">
            <a:avLst>
              <a:gd name="adj1" fmla="val -20873"/>
              <a:gd name="adj2" fmla="val 751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1.6 ให้กรอกข้อมูลตามแบบฟอร์มให้ครบถ้วนตามเครื่องหมาย 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2CB2E-AFFE-4D64-93C5-08E860314B1B}"/>
              </a:ext>
            </a:extLst>
          </p:cNvPr>
          <p:cNvSpPr/>
          <p:nvPr/>
        </p:nvSpPr>
        <p:spPr>
          <a:xfrm>
            <a:off x="6267938" y="2945489"/>
            <a:ext cx="5738835" cy="12099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1252DA28-1E05-4EC9-8F2E-21B7163D4F52}"/>
              </a:ext>
            </a:extLst>
          </p:cNvPr>
          <p:cNvSpPr/>
          <p:nvPr/>
        </p:nvSpPr>
        <p:spPr>
          <a:xfrm>
            <a:off x="6566875" y="4779215"/>
            <a:ext cx="5181453" cy="1355827"/>
          </a:xfrm>
          <a:prstGeom prst="wedgeRectCallout">
            <a:avLst>
              <a:gd name="adj1" fmla="val -21948"/>
              <a:gd name="adj2" fmla="val -8495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1.7 สามารถ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อัพ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โหลดไฟล์ไม่เกิน 10 ไฟล์และครั้งละไม่เกิน 20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mb.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หากต้องการ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อัพ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โหลดมากกว่า 20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mb.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ให้กดบันทึกก่อน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แล้วค่อย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อัพ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โหลดแล้วบันทึกเพิ่มไปอีกรอบ***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***ถ้าเกิน 20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mb.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ไฟล์จะแสดงไม่ครบจำนวน***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282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28132-1150-423A-A688-9EAA7355A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27" y="2065237"/>
            <a:ext cx="7811479" cy="37254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405985" y="1007832"/>
            <a:ext cx="5089419" cy="1103424"/>
          </a:xfrm>
          <a:prstGeom prst="wedgeRectCallout">
            <a:avLst>
              <a:gd name="adj1" fmla="val -20873"/>
              <a:gd name="adj2" fmla="val 751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1.8 ผู้ร้องขอระบบจะตั้งค่าให้เป็นผู้ที่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Login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เข้ามาใช้งาน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2CB2E-AFFE-4D64-93C5-08E860314B1B}"/>
              </a:ext>
            </a:extLst>
          </p:cNvPr>
          <p:cNvSpPr/>
          <p:nvPr/>
        </p:nvSpPr>
        <p:spPr>
          <a:xfrm>
            <a:off x="357165" y="3243385"/>
            <a:ext cx="7458220" cy="89095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E310C736-ADC7-4FD2-B385-D99AD15CAACF}"/>
              </a:ext>
            </a:extLst>
          </p:cNvPr>
          <p:cNvSpPr/>
          <p:nvPr/>
        </p:nvSpPr>
        <p:spPr>
          <a:xfrm>
            <a:off x="7088553" y="2065237"/>
            <a:ext cx="1930401" cy="700417"/>
          </a:xfrm>
          <a:prstGeom prst="wedgeRectCallout">
            <a:avLst>
              <a:gd name="adj1" fmla="val -28705"/>
              <a:gd name="adj2" fmla="val 10274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1.9 เลือกผู้ติดต่อกลับ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9923CF-B13F-40BF-85CE-2C1262E302F2}"/>
              </a:ext>
            </a:extLst>
          </p:cNvPr>
          <p:cNvSpPr/>
          <p:nvPr/>
        </p:nvSpPr>
        <p:spPr>
          <a:xfrm>
            <a:off x="357165" y="4323737"/>
            <a:ext cx="7458220" cy="1256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1211EB5-D33F-4A08-AAC4-FEC11D288B86}"/>
              </a:ext>
            </a:extLst>
          </p:cNvPr>
          <p:cNvSpPr/>
          <p:nvPr/>
        </p:nvSpPr>
        <p:spPr>
          <a:xfrm>
            <a:off x="6638818" y="5353871"/>
            <a:ext cx="5089419" cy="1103424"/>
          </a:xfrm>
          <a:prstGeom prst="wedgeRectCallout">
            <a:avLst>
              <a:gd name="adj1" fmla="val -61260"/>
              <a:gd name="adj2" fmla="val -5166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1.10 เลือกผู้บังคับบัญชาของผู้ร้องขอ / ผู้ติดต่อกลับ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เพื่อเข้ามาอนุมัติอีกที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2228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3214101" y="1585350"/>
            <a:ext cx="5089419" cy="1103424"/>
          </a:xfrm>
          <a:prstGeom prst="wedgeRectCallout">
            <a:avLst>
              <a:gd name="adj1" fmla="val -20873"/>
              <a:gd name="adj2" fmla="val 751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1.11 กดบันทึกที่ด้านบนสุดของ ส่วนของผู้แจ้ง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เมื่อสำเร็จจะส่งเมลหาผู้เกี่ยวข้อง และมีเลขที่เอกสารแสดง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9DA71-513F-4CAE-B096-4C602E286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0" y="3136017"/>
            <a:ext cx="6881456" cy="1356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F48948-230E-453B-9F37-7A3B66BAE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619" y="3535373"/>
            <a:ext cx="2377646" cy="6629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FB83F9D-3B99-4DFB-B70D-B7F29C041CF0}"/>
              </a:ext>
            </a:extLst>
          </p:cNvPr>
          <p:cNvSpPr/>
          <p:nvPr/>
        </p:nvSpPr>
        <p:spPr>
          <a:xfrm>
            <a:off x="4816565" y="3630596"/>
            <a:ext cx="942246" cy="48889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921E9FE-58C2-4490-9134-F33DAC9C1D3E}"/>
              </a:ext>
            </a:extLst>
          </p:cNvPr>
          <p:cNvSpPr/>
          <p:nvPr/>
        </p:nvSpPr>
        <p:spPr>
          <a:xfrm>
            <a:off x="7312115" y="3685023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948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DAE2B9-6D2E-4988-92A2-4FCDDB1EF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723" y="3357723"/>
            <a:ext cx="5478585" cy="16812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BE7422-EC2E-40F8-90C9-7688F58A1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452458"/>
            <a:ext cx="6065861" cy="4978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6561015" y="1047750"/>
            <a:ext cx="5089419" cy="1103424"/>
          </a:xfrm>
          <a:prstGeom prst="wedgeRectCallout">
            <a:avLst>
              <a:gd name="adj1" fmla="val -53582"/>
              <a:gd name="adj2" fmla="val 12399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1.12 สำหรับผู้บังคับบัญชาจะได้รับเมล ให้กด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“CLICK”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ที่ปุ่มด้านล่าง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B83F9D-3B99-4DFB-B70D-B7F29C041CF0}"/>
              </a:ext>
            </a:extLst>
          </p:cNvPr>
          <p:cNvSpPr/>
          <p:nvPr/>
        </p:nvSpPr>
        <p:spPr>
          <a:xfrm>
            <a:off x="4191335" y="5428134"/>
            <a:ext cx="1763988" cy="78509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921E9FE-58C2-4490-9134-F33DAC9C1D3E}"/>
              </a:ext>
            </a:extLst>
          </p:cNvPr>
          <p:cNvSpPr/>
          <p:nvPr/>
        </p:nvSpPr>
        <p:spPr>
          <a:xfrm>
            <a:off x="5639623" y="3941695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7234A48-4500-4F67-BA6A-70550F3C31C2}"/>
              </a:ext>
            </a:extLst>
          </p:cNvPr>
          <p:cNvSpPr/>
          <p:nvPr/>
        </p:nvSpPr>
        <p:spPr>
          <a:xfrm>
            <a:off x="6697783" y="5334054"/>
            <a:ext cx="5089419" cy="1103424"/>
          </a:xfrm>
          <a:prstGeom prst="wedgeRectCallout">
            <a:avLst>
              <a:gd name="adj1" fmla="val -20444"/>
              <a:gd name="adj2" fmla="val -7609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1.13 ระบบจะให้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Log in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เข้ามาหน้าเอกสาร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เพื่ออนุมัติคำร้อง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5305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 ส่วนของ</a:t>
              </a:r>
              <a:b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</a:br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ผู้รับแจ้ง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0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57CD15-66D9-4EAB-9C20-14CDF2FE7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76" y="1215718"/>
            <a:ext cx="6142252" cy="51058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939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2: ผู้รับแจ้ง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167829" y="758518"/>
              <a:ext cx="9605071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6678247" y="1732918"/>
            <a:ext cx="2442307" cy="583489"/>
          </a:xfrm>
          <a:prstGeom prst="wedgeRectCallout">
            <a:avLst>
              <a:gd name="adj1" fmla="val -68813"/>
              <a:gd name="adj2" fmla="val 950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2.1 เลือกสถานะการรับงาน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9278D2C1-B350-42E9-A32A-DE9971E6EB4E}"/>
              </a:ext>
            </a:extLst>
          </p:cNvPr>
          <p:cNvSpPr/>
          <p:nvPr/>
        </p:nvSpPr>
        <p:spPr>
          <a:xfrm>
            <a:off x="6834554" y="2845511"/>
            <a:ext cx="3888153" cy="583489"/>
          </a:xfrm>
          <a:prstGeom prst="wedgeRectCallout">
            <a:avLst>
              <a:gd name="adj1" fmla="val -68813"/>
              <a:gd name="adj2" fmla="val 950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2.2 เลือกระยะเวลาที่คาดว่าจะดำเนินการเรียบร้อย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0ABE226E-6C78-4E49-8656-6A68DA9A4105}"/>
              </a:ext>
            </a:extLst>
          </p:cNvPr>
          <p:cNvSpPr/>
          <p:nvPr/>
        </p:nvSpPr>
        <p:spPr>
          <a:xfrm>
            <a:off x="6678247" y="4199769"/>
            <a:ext cx="2482630" cy="583489"/>
          </a:xfrm>
          <a:prstGeom prst="wedgeRectCallout">
            <a:avLst>
              <a:gd name="adj1" fmla="val -68813"/>
              <a:gd name="adj2" fmla="val 950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2.3 เลือกผู้รับผิดชอบ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A87CFC38-B8BB-4841-A9BD-4F5BFACBB6D0}"/>
              </a:ext>
            </a:extLst>
          </p:cNvPr>
          <p:cNvSpPr/>
          <p:nvPr/>
        </p:nvSpPr>
        <p:spPr>
          <a:xfrm>
            <a:off x="6637924" y="5422877"/>
            <a:ext cx="2482630" cy="583489"/>
          </a:xfrm>
          <a:prstGeom prst="wedgeRectCallout">
            <a:avLst>
              <a:gd name="adj1" fmla="val -68813"/>
              <a:gd name="adj2" fmla="val 950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2.4 กดรับทราบ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3093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3. ส่วนของ</a:t>
              </a:r>
              <a:b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</a:br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ผู้ดำเนินการ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66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8701264-C1FC-4409-AA3C-1B6E4EA9E3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24"/>
          <a:stretch/>
        </p:blipFill>
        <p:spPr>
          <a:xfrm>
            <a:off x="325761" y="1936713"/>
            <a:ext cx="6218459" cy="34218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8" y="523220"/>
            <a:ext cx="11887202" cy="461665"/>
            <a:chOff x="228597" y="527685"/>
            <a:chExt cx="11544303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7" y="527685"/>
              <a:ext cx="23870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3: ผู้ดำเนินการ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615634" y="758518"/>
              <a:ext cx="9157266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6316784" y="1664693"/>
            <a:ext cx="2442307" cy="583489"/>
          </a:xfrm>
          <a:prstGeom prst="wedgeRectCallout">
            <a:avLst>
              <a:gd name="adj1" fmla="val -73613"/>
              <a:gd name="adj2" fmla="val 59067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3.1 เลือกสถานะดำเนินการ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66E1BD-461D-450F-86D2-75E4C276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077" y="2393121"/>
            <a:ext cx="3756986" cy="15012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8F67489-25F0-4622-94A2-511528ED3A06}"/>
              </a:ext>
            </a:extLst>
          </p:cNvPr>
          <p:cNvSpPr/>
          <p:nvPr/>
        </p:nvSpPr>
        <p:spPr>
          <a:xfrm>
            <a:off x="6659153" y="2381875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1907469" y="2229100"/>
            <a:ext cx="2442307" cy="583489"/>
          </a:xfrm>
          <a:prstGeom prst="wedgeRectCallout">
            <a:avLst>
              <a:gd name="adj1" fmla="val -20813"/>
              <a:gd name="adj2" fmla="val 7915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3.2 กำหนดวันเวลาที่ดำเนินการ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52EA27-899B-4262-828A-E609F3E4CDA8}"/>
              </a:ext>
            </a:extLst>
          </p:cNvPr>
          <p:cNvSpPr/>
          <p:nvPr/>
        </p:nvSpPr>
        <p:spPr>
          <a:xfrm>
            <a:off x="553199" y="3098536"/>
            <a:ext cx="5763585" cy="123316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28A18324-7E6C-4B21-8BD5-C3BE73A62F02}"/>
              </a:ext>
            </a:extLst>
          </p:cNvPr>
          <p:cNvSpPr/>
          <p:nvPr/>
        </p:nvSpPr>
        <p:spPr>
          <a:xfrm>
            <a:off x="6895123" y="4515957"/>
            <a:ext cx="2442307" cy="583489"/>
          </a:xfrm>
          <a:prstGeom prst="wedgeRectCallout">
            <a:avLst>
              <a:gd name="adj1" fmla="val -62413"/>
              <a:gd name="adj2" fmla="val 2156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3.3 กรอกการดำเนินการ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20445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873788-D7E9-4A6B-9AC2-C053AC28B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72" y="1215718"/>
            <a:ext cx="6195597" cy="44428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4098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3: ผู้ดำเนินการ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638405" y="758518"/>
              <a:ext cx="9134495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15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7031893" y="1724242"/>
            <a:ext cx="2442307" cy="583489"/>
          </a:xfrm>
          <a:prstGeom prst="wedgeRectCallout">
            <a:avLst>
              <a:gd name="adj1" fmla="val -70093"/>
              <a:gd name="adj2" fmla="val 2156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3.4 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อัพ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โหลดไฟล์ที่แก้ไข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BA63CCF-4D30-41E6-B0C1-0577AA6A04EC}"/>
              </a:ext>
            </a:extLst>
          </p:cNvPr>
          <p:cNvSpPr/>
          <p:nvPr/>
        </p:nvSpPr>
        <p:spPr>
          <a:xfrm>
            <a:off x="7094415" y="3145395"/>
            <a:ext cx="2442307" cy="583489"/>
          </a:xfrm>
          <a:prstGeom prst="wedgeRectCallout">
            <a:avLst>
              <a:gd name="adj1" fmla="val -70093"/>
              <a:gd name="adj2" fmla="val 2156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3.5 ลงชื่อผู้ดำเนินการ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54AEF3AF-8C46-486E-A6E4-368F31F32130}"/>
              </a:ext>
            </a:extLst>
          </p:cNvPr>
          <p:cNvSpPr/>
          <p:nvPr/>
        </p:nvSpPr>
        <p:spPr>
          <a:xfrm>
            <a:off x="7301523" y="4086414"/>
            <a:ext cx="4052277" cy="1912406"/>
          </a:xfrm>
          <a:prstGeom prst="wedgeRectCallout">
            <a:avLst>
              <a:gd name="adj1" fmla="val -64307"/>
              <a:gd name="adj2" fmla="val -2053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3.6 หากดำเนินการเสร็จเรียบร้อยแล้วให้เปิด       </a:t>
            </a:r>
          </a:p>
          <a:p>
            <a:pPr algn="ctr"/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แถบ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“Email”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เพื่อส่งเมลหาผู้แจ้งและผู้อนุมัติ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แล้วค่อยกด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A9E80B-9FDB-446B-BEE7-03ECA8EE2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577" y="4694311"/>
            <a:ext cx="1242168" cy="3581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78436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4. ส่วนของ</a:t>
              </a:r>
              <a:b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</a:br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ผู้อนุมัติ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62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E2F82-DC21-4ED7-AE15-42A4EE165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1" y="3045786"/>
            <a:ext cx="5761219" cy="24538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075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4: ผู้อนุมัติ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304448" y="758518"/>
              <a:ext cx="9468452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17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3845169" y="1036253"/>
            <a:ext cx="4501662" cy="1617784"/>
          </a:xfrm>
          <a:prstGeom prst="wedgeRectCallout">
            <a:avLst>
              <a:gd name="adj1" fmla="val -28084"/>
              <a:gd name="adj2" fmla="val 49137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ผู้ดำเนินการหรือคนของแผนกนี้สามารถกด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“On” “Off”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เพื่อเลือกผู้อนุมัติได้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***เลือกผู้อนุมัติได้คนใดคนนึง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ตามที่พิจารณา***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ADAFF-9FE3-41CA-BC89-F95A13BA0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010" y="3102940"/>
            <a:ext cx="3589331" cy="23395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CEFA4B43-1521-438C-BEEF-A4FCD22DA764}"/>
              </a:ext>
            </a:extLst>
          </p:cNvPr>
          <p:cNvSpPr/>
          <p:nvPr/>
        </p:nvSpPr>
        <p:spPr>
          <a:xfrm>
            <a:off x="6505840" y="3864702"/>
            <a:ext cx="1209330" cy="58348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120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73492C-9A4D-4394-BD48-31B9FEA51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40" y="997040"/>
            <a:ext cx="6195597" cy="51210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075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4: ผู้อนุมัติ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304448" y="758518"/>
              <a:ext cx="9468452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18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7063153" y="2797361"/>
            <a:ext cx="2442307" cy="583489"/>
          </a:xfrm>
          <a:prstGeom prst="wedgeRectCallout">
            <a:avLst>
              <a:gd name="adj1" fmla="val -70413"/>
              <a:gd name="adj2" fmla="val -5746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4.1 เลือกสถานะอนุมัติ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BA63CCF-4D30-41E6-B0C1-0577AA6A04EC}"/>
              </a:ext>
            </a:extLst>
          </p:cNvPr>
          <p:cNvSpPr/>
          <p:nvPr/>
        </p:nvSpPr>
        <p:spPr>
          <a:xfrm>
            <a:off x="6871677" y="3780200"/>
            <a:ext cx="2442307" cy="583489"/>
          </a:xfrm>
          <a:prstGeom prst="wedgeRectCallout">
            <a:avLst>
              <a:gd name="adj1" fmla="val -69133"/>
              <a:gd name="adj2" fmla="val -4674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4.2 กรอกความคิดเห็น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87975027-665D-4218-B188-B46CD49CF573}"/>
              </a:ext>
            </a:extLst>
          </p:cNvPr>
          <p:cNvSpPr/>
          <p:nvPr/>
        </p:nvSpPr>
        <p:spPr>
          <a:xfrm>
            <a:off x="6871677" y="5162389"/>
            <a:ext cx="2442307" cy="583489"/>
          </a:xfrm>
          <a:prstGeom prst="wedgeRectCallout">
            <a:avLst>
              <a:gd name="adj1" fmla="val -65613"/>
              <a:gd name="adj2" fmla="val -109701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4.3 กดรับทราบ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02194FA6-844B-46E9-AE88-BE220D218634}"/>
              </a:ext>
            </a:extLst>
          </p:cNvPr>
          <p:cNvSpPr/>
          <p:nvPr/>
        </p:nvSpPr>
        <p:spPr>
          <a:xfrm>
            <a:off x="7063152" y="898097"/>
            <a:ext cx="4550509" cy="1081516"/>
          </a:xfrm>
          <a:prstGeom prst="wedgeRectCallout">
            <a:avLst>
              <a:gd name="adj1" fmla="val -9681"/>
              <a:gd name="adj2" fmla="val 496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เมื่อผู้อนุมัติได้รับเมล และเข้ามาในหน้าเอกสารนี้แล้ว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19137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5. ส่วนของ</a:t>
              </a:r>
              <a:b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</a:br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ผู้ตรวจสอบ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68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7B0B95-A893-461E-B8ED-EF1393297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82" y="1101148"/>
            <a:ext cx="6294665" cy="51591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3490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5: ผู้ตรวจสอบ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577686" y="758518"/>
              <a:ext cx="9195214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20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7797799" y="2268580"/>
            <a:ext cx="2442307" cy="583489"/>
          </a:xfrm>
          <a:prstGeom prst="wedgeRectCallout">
            <a:avLst>
              <a:gd name="adj1" fmla="val -64333"/>
              <a:gd name="adj2" fmla="val 2290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5.1 แจ้งผลลัพธ์หลังกรแก้ไข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BA63CCF-4D30-41E6-B0C1-0577AA6A04EC}"/>
              </a:ext>
            </a:extLst>
          </p:cNvPr>
          <p:cNvSpPr/>
          <p:nvPr/>
        </p:nvSpPr>
        <p:spPr>
          <a:xfrm>
            <a:off x="7922532" y="3320546"/>
            <a:ext cx="1963929" cy="583489"/>
          </a:xfrm>
          <a:prstGeom prst="wedgeRectCallout">
            <a:avLst>
              <a:gd name="adj1" fmla="val -66573"/>
              <a:gd name="adj2" fmla="val 1754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5.2 ให้คะแนน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745E9EC8-E70E-4B92-ADFF-A1883799E1C1}"/>
              </a:ext>
            </a:extLst>
          </p:cNvPr>
          <p:cNvSpPr/>
          <p:nvPr/>
        </p:nvSpPr>
        <p:spPr>
          <a:xfrm>
            <a:off x="8160901" y="5278300"/>
            <a:ext cx="1963929" cy="583489"/>
          </a:xfrm>
          <a:prstGeom prst="wedgeRectCallout">
            <a:avLst>
              <a:gd name="adj1" fmla="val -74930"/>
              <a:gd name="adj2" fmla="val 1754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5.4 กดรับทราบ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B02EC681-88D7-4C09-9F0B-025B1C7B3265}"/>
              </a:ext>
            </a:extLst>
          </p:cNvPr>
          <p:cNvSpPr/>
          <p:nvPr/>
        </p:nvSpPr>
        <p:spPr>
          <a:xfrm>
            <a:off x="7922532" y="4420176"/>
            <a:ext cx="2442307" cy="583489"/>
          </a:xfrm>
          <a:prstGeom prst="wedgeRectCallout">
            <a:avLst>
              <a:gd name="adj1" fmla="val -69133"/>
              <a:gd name="adj2" fmla="val -4674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5.3 กรอกความคิดเห็น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25792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8" y="523220"/>
            <a:ext cx="11887202" cy="461665"/>
            <a:chOff x="228597" y="527685"/>
            <a:chExt cx="11544303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7" y="527685"/>
              <a:ext cx="3605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>
              <a:off x="228597" y="758518"/>
              <a:ext cx="11544303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21</a:t>
            </a:fld>
            <a:endParaRPr lang="en-US" dirty="0"/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745E9EC8-E70E-4B92-ADFF-A1883799E1C1}"/>
              </a:ext>
            </a:extLst>
          </p:cNvPr>
          <p:cNvSpPr/>
          <p:nvPr/>
        </p:nvSpPr>
        <p:spPr>
          <a:xfrm>
            <a:off x="2447034" y="1674005"/>
            <a:ext cx="7297929" cy="3767154"/>
          </a:xfrm>
          <a:prstGeom prst="wedgeRectCallout">
            <a:avLst>
              <a:gd name="adj1" fmla="val -49859"/>
              <a:gd name="adj2" fmla="val 202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หลังจากผู้ตรวจสอบกดรับทราบ จะเป็นการ ปิด </a:t>
            </a:r>
            <a:r>
              <a:rPr lang="en-US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Ticket </a:t>
            </a:r>
            <a: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เอกสาร</a:t>
            </a:r>
            <a:b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ถือเป็นการจบ </a:t>
            </a:r>
            <a:r>
              <a:rPr lang="en-US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Flow </a:t>
            </a:r>
            <a: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ขอรับบริการด้านกฎหมาย</a:t>
            </a:r>
            <a:endParaRPr lang="en-US" sz="28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7351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6. ประวัติเอกสาร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6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6: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23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730739" y="1048219"/>
            <a:ext cx="2848711" cy="583489"/>
          </a:xfrm>
          <a:prstGeom prst="wedgeRectCallout">
            <a:avLst>
              <a:gd name="adj1" fmla="val -24013"/>
              <a:gd name="adj2" fmla="val 9255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6.1 เลือกเมนูประวัติขอรับบริการ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17DE8-2EFA-4B41-A3D6-E9A980B35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38" y="2109890"/>
            <a:ext cx="2848711" cy="209180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6C81E46-5D7D-4BE0-AB1C-150300BCFF52}"/>
              </a:ext>
            </a:extLst>
          </p:cNvPr>
          <p:cNvSpPr/>
          <p:nvPr/>
        </p:nvSpPr>
        <p:spPr>
          <a:xfrm>
            <a:off x="836246" y="3659462"/>
            <a:ext cx="2231293" cy="42016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535F7-BAB1-402D-9749-B94071BDD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715" y="1613096"/>
            <a:ext cx="7896395" cy="37980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497D63D3-24BC-4753-9626-7D6B6E149BE0}"/>
              </a:ext>
            </a:extLst>
          </p:cNvPr>
          <p:cNvSpPr/>
          <p:nvPr/>
        </p:nvSpPr>
        <p:spPr>
          <a:xfrm>
            <a:off x="3579450" y="2928649"/>
            <a:ext cx="1209330" cy="58348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39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547A0-732C-4795-AACD-ED40C3D19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568" y="3339714"/>
            <a:ext cx="9784862" cy="16407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6: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24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2471615" y="2117981"/>
            <a:ext cx="7248769" cy="944886"/>
          </a:xfrm>
          <a:prstGeom prst="wedgeRectCallout">
            <a:avLst>
              <a:gd name="adj1" fmla="val -23150"/>
              <a:gd name="adj2" fmla="val 4292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6.2 สามารถค้นหารายการเอกสารตาม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Filter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ได้ตาม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วันที่ และ สถานะการดำเนินการ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86761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797B79-9DD7-4157-ADA5-46754F95D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246" y="2310835"/>
            <a:ext cx="9323754" cy="435871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6: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25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2471615" y="1175417"/>
            <a:ext cx="7248769" cy="944886"/>
          </a:xfrm>
          <a:prstGeom prst="wedgeRectCallout">
            <a:avLst>
              <a:gd name="adj1" fmla="val -23150"/>
              <a:gd name="adj2" fmla="val 4292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6.2 ตารางรายการ แสดงข้อมูลเอกสารแต่ละฉบับ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53192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97997E-46DE-4200-BFAC-3A31968D9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7" y="3076354"/>
            <a:ext cx="11863509" cy="11444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6: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26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2571017" y="1879300"/>
            <a:ext cx="4296506" cy="944886"/>
          </a:xfrm>
          <a:prstGeom prst="wedgeRectCallout">
            <a:avLst>
              <a:gd name="adj1" fmla="val 20937"/>
              <a:gd name="adj2" fmla="val 68567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6.3 ในส่วนนี้จะแสดงว่าผู้ที่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Log in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เข้ามาเกี่ยวข้องกับเอกสารหรือไม่ กดรับทราบแล้วรึยัง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D1B92-A106-4DFF-AB28-EA467760467D}"/>
              </a:ext>
            </a:extLst>
          </p:cNvPr>
          <p:cNvSpPr/>
          <p:nvPr/>
        </p:nvSpPr>
        <p:spPr>
          <a:xfrm>
            <a:off x="5064121" y="3775218"/>
            <a:ext cx="945662" cy="51576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512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4C4697-2C47-410A-B692-D3A2FD2AE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375" y="1614890"/>
            <a:ext cx="3789649" cy="41994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825036-3D25-44A9-B16D-59E11A3C3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7" y="3429000"/>
            <a:ext cx="6351089" cy="11547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6: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27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3058489" y="1276589"/>
            <a:ext cx="3161744" cy="1634636"/>
          </a:xfrm>
          <a:prstGeom prst="wedgeRectCallout">
            <a:avLst>
              <a:gd name="adj1" fmla="val 20443"/>
              <a:gd name="adj2" fmla="val 6808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6.4 ปุ่ม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ค้างรับทราบ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แสดงรายการว่า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ใครยังไม่กด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05FFAAA-C560-4CEA-880F-8CAD4A972668}"/>
              </a:ext>
            </a:extLst>
          </p:cNvPr>
          <p:cNvSpPr/>
          <p:nvPr/>
        </p:nvSpPr>
        <p:spPr>
          <a:xfrm>
            <a:off x="6699379" y="3714626"/>
            <a:ext cx="908851" cy="58348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276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825036-3D25-44A9-B16D-59E11A3C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7" y="3429000"/>
            <a:ext cx="6351089" cy="11547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6: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28</a:t>
            </a:fld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05FFAAA-C560-4CEA-880F-8CAD4A972668}"/>
              </a:ext>
            </a:extLst>
          </p:cNvPr>
          <p:cNvSpPr/>
          <p:nvPr/>
        </p:nvSpPr>
        <p:spPr>
          <a:xfrm>
            <a:off x="6699379" y="3714626"/>
            <a:ext cx="908851" cy="58348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C61416A-D942-4E89-8C97-17A7F12214BD}"/>
              </a:ext>
            </a:extLst>
          </p:cNvPr>
          <p:cNvSpPr/>
          <p:nvPr/>
        </p:nvSpPr>
        <p:spPr>
          <a:xfrm>
            <a:off x="1251278" y="1276589"/>
            <a:ext cx="3161744" cy="1634636"/>
          </a:xfrm>
          <a:prstGeom prst="wedgeRectCallout">
            <a:avLst>
              <a:gd name="adj1" fmla="val 20443"/>
              <a:gd name="adj2" fmla="val 68089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6.5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ปุ่มพิมพ์จะแสดงหน้าเอกสาร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สามารถสั่งปริ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้น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F3CE12-613D-456F-A5CD-9D8E1A8E9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080" y="1295066"/>
            <a:ext cx="3337849" cy="48391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17928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825036-3D25-44A9-B16D-59E11A3C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7" y="3429000"/>
            <a:ext cx="6351089" cy="11547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6: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29</a:t>
            </a:fld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C61416A-D942-4E89-8C97-17A7F12214BD}"/>
              </a:ext>
            </a:extLst>
          </p:cNvPr>
          <p:cNvSpPr/>
          <p:nvPr/>
        </p:nvSpPr>
        <p:spPr>
          <a:xfrm>
            <a:off x="730177" y="1295066"/>
            <a:ext cx="3161744" cy="1634636"/>
          </a:xfrm>
          <a:prstGeom prst="wedgeRectCallout">
            <a:avLst>
              <a:gd name="adj1" fmla="val -20837"/>
              <a:gd name="adj2" fmla="val 6426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6.6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ดู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เพื่อไปยังหน้าเอกสาร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7A4BB5-FFE6-4190-9EB5-B2D005EE9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985" y="1640214"/>
            <a:ext cx="4630615" cy="2316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9ABFC8-2F54-4FE8-BCD1-51E957760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986" y="3818069"/>
            <a:ext cx="4630615" cy="2302686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F05FFAAA-C560-4CEA-880F-8CAD4A972668}"/>
              </a:ext>
            </a:extLst>
          </p:cNvPr>
          <p:cNvSpPr/>
          <p:nvPr/>
        </p:nvSpPr>
        <p:spPr>
          <a:xfrm>
            <a:off x="6699379" y="3714626"/>
            <a:ext cx="908851" cy="58348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352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6: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30</a:t>
            </a:fld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C61416A-D942-4E89-8C97-17A7F12214BD}"/>
              </a:ext>
            </a:extLst>
          </p:cNvPr>
          <p:cNvSpPr/>
          <p:nvPr/>
        </p:nvSpPr>
        <p:spPr>
          <a:xfrm>
            <a:off x="878669" y="1118136"/>
            <a:ext cx="3161744" cy="919741"/>
          </a:xfrm>
          <a:prstGeom prst="wedgeRectCallout">
            <a:avLst>
              <a:gd name="adj1" fmla="val 67655"/>
              <a:gd name="adj2" fmla="val 1423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6.7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กดที่หมุด เพื่อเพิ่มรายการไปยัง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Pin Job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02DCE-86AA-45C9-ABE4-CE5D5DD50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450" y="3228049"/>
            <a:ext cx="7308520" cy="33108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A2EF52-26B3-4D76-AA5D-CE69527C0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659" y="1215164"/>
            <a:ext cx="5345723" cy="8684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C5052C-AD79-4601-9836-678AFE236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03" y="3924807"/>
            <a:ext cx="3345091" cy="9197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F05FFAAA-C560-4CEA-880F-8CAD4A972668}"/>
              </a:ext>
            </a:extLst>
          </p:cNvPr>
          <p:cNvSpPr/>
          <p:nvPr/>
        </p:nvSpPr>
        <p:spPr>
          <a:xfrm>
            <a:off x="3573394" y="4261060"/>
            <a:ext cx="908851" cy="58348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1234102A-87F9-4C93-AD40-B7E10DDC5A24}"/>
              </a:ext>
            </a:extLst>
          </p:cNvPr>
          <p:cNvSpPr/>
          <p:nvPr/>
        </p:nvSpPr>
        <p:spPr>
          <a:xfrm>
            <a:off x="878669" y="2566697"/>
            <a:ext cx="3161744" cy="919741"/>
          </a:xfrm>
          <a:prstGeom prst="wedgeRectCallout">
            <a:avLst>
              <a:gd name="adj1" fmla="val 20195"/>
              <a:gd name="adj2" fmla="val 7456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6.8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“Pin Job”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ดูรายการ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2D0EAF-AA3C-4858-A194-2D9F3DB3F44D}"/>
              </a:ext>
            </a:extLst>
          </p:cNvPr>
          <p:cNvSpPr/>
          <p:nvPr/>
        </p:nvSpPr>
        <p:spPr>
          <a:xfrm>
            <a:off x="2917216" y="4025465"/>
            <a:ext cx="656178" cy="46166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864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7. </a:t>
              </a:r>
              <a:r>
                <a:rPr lang="en-US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Config</a:t>
              </a:r>
              <a:br>
                <a:rPr lang="en-US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</a:br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สำหรับ </a:t>
              </a:r>
              <a:r>
                <a:rPr lang="en-US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IT</a:t>
              </a:r>
              <a:endParaRPr lang="th-TH" sz="60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7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8" y="523220"/>
            <a:ext cx="11887202" cy="461665"/>
            <a:chOff x="228597" y="527685"/>
            <a:chExt cx="11544303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7" y="527685"/>
              <a:ext cx="183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7:</a:t>
              </a:r>
              <a:r>
                <a:rPr lang="en-US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Config</a:t>
              </a:r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61570" y="758518"/>
              <a:ext cx="971133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B54FD-18BC-4080-B92F-672BCED68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322" y="1013542"/>
            <a:ext cx="8626588" cy="55402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99199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8" y="523220"/>
            <a:ext cx="11887202" cy="461665"/>
            <a:chOff x="228597" y="527685"/>
            <a:chExt cx="11544303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7" y="527685"/>
              <a:ext cx="183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7:</a:t>
              </a:r>
              <a:r>
                <a:rPr lang="en-US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Config</a:t>
              </a:r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61570" y="758518"/>
              <a:ext cx="971133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2D4091-41A2-4E3D-AD3E-3A45378E7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91" y="2024112"/>
            <a:ext cx="5379555" cy="33059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655B972F-C1D4-410E-B032-FA71457E88AA}"/>
              </a:ext>
            </a:extLst>
          </p:cNvPr>
          <p:cNvSpPr/>
          <p:nvPr/>
        </p:nvSpPr>
        <p:spPr>
          <a:xfrm>
            <a:off x="7666893" y="2518241"/>
            <a:ext cx="3102636" cy="2335113"/>
          </a:xfrm>
          <a:prstGeom prst="wedgeRectCallout">
            <a:avLst>
              <a:gd name="adj1" fmla="val 21431"/>
              <a:gd name="adj2" fmla="val 3972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ผู้แจ้ง 1 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ผู้รับแจ้ง 1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ผู้ดำเนินการ 1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ผู้อนุมัติ 2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Off No.2 Default )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ผู้ตรวจสอบ 1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59607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8" y="523220"/>
            <a:ext cx="11887202" cy="461665"/>
            <a:chOff x="228597" y="527685"/>
            <a:chExt cx="11544303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7" y="527685"/>
              <a:ext cx="183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7:</a:t>
              </a:r>
              <a:r>
                <a:rPr lang="en-US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Config</a:t>
              </a:r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61570" y="758518"/>
              <a:ext cx="971133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0AE00D-FCAB-4BAA-956D-6401C289E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43" y="1215718"/>
            <a:ext cx="10379194" cy="5185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15667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2427</TotalTime>
  <Words>1389</Words>
  <Application>Microsoft Office PowerPoint</Application>
  <PresentationFormat>Widescreen</PresentationFormat>
  <Paragraphs>223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Isara Ownsuntea</dc:creator>
  <cp:lastModifiedBy>Kittanun Apisitamorn</cp:lastModifiedBy>
  <cp:revision>246</cp:revision>
  <cp:lastPrinted>2024-05-15T07:29:50Z</cp:lastPrinted>
  <dcterms:created xsi:type="dcterms:W3CDTF">2023-12-26T02:33:08Z</dcterms:created>
  <dcterms:modified xsi:type="dcterms:W3CDTF">2025-09-05T06:47:52Z</dcterms:modified>
</cp:coreProperties>
</file>
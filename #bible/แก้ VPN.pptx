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5924D-22CE-48D5-9254-ADACB3DB94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E87275-21E6-493B-9D3B-23FD3E539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84DE42-249E-497A-BF21-073D129A7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9223-ABCD-4DCC-99C1-BD54E2C7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4E25B-54E6-42DA-A5FE-87EFDFBB0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763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A82D4-FD6A-4F68-BD1F-3CB965E17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17866-9347-4318-A7A7-7BCB0CBCD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88FFBE-2085-496D-937E-EFE2BDE89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CE7F2F-A222-435C-A1E3-2B6CDB046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F2965-A4E1-43DC-8051-78C0016E7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6842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B8F17-5D5D-4B11-B4A5-C7514F92E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60ABC0-E2BA-4C5C-8802-43EBB1896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830E7-9B69-41A0-B70F-963B09EB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371A72-D29E-4A3F-BF43-A469F05D7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86767-97FF-404F-8F00-B2CBC792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430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A3F0D4-9CFB-4B09-B14D-17A30F10E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4F0A0-DB66-419F-8EED-CDC94CCFE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67218F-FEAB-4535-879B-A10CA95DD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B9973-C631-408C-910E-42B22661A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1DCEE1-0D77-4D86-9724-725E510BE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F8A108-8326-4025-AB0A-9BF21BB43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3799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70FAB8-1A41-4996-93A7-13994E08E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6DDD9-2BA0-4CB1-8511-2A311184A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D01E01-7320-4D33-97B1-CEDF8C4BE6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CCFACB-1810-44CB-A742-A9F9315514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210B94A-9A24-4FD0-8EB7-66089EA1D9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33A6D9-613B-45BC-9D5B-30FC9D11A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FBCC3FF-C510-4D93-90A9-EEC612B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9FA5A3-CB8F-44AE-AE01-A1B2896CA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745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157FE-D6E1-49FE-9DC0-4C722177D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77ADD-6408-4696-9C7F-7568CAE3C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DDCDE2-CFE6-4982-8B23-C88A544B3F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A7AAFE-2936-43BF-9D3D-21F79E7B3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09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36FC15-F43A-4A75-93D9-0D388F113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8C8BE-7D2F-4569-A964-4D58BF2B8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F01047-0900-4C33-9554-8A5D15402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118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902B9-2CAC-4D11-95BE-EA2F8E724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B25F9-07BA-4433-B877-1BF9AB3A3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A72DFB-9EB4-4E7A-9FE4-3C6162ACD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B830AE-F90E-48E2-AB8B-D385433E4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C66C9E-B435-4FC8-847C-097EC1B1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56FE36-F82B-46F4-9580-0CFF6A36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58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6E126-6B6E-4491-A767-ED0CAB4D3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EA4A87-F733-418E-BF6C-18C842EF76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75AB1-F493-40BE-953F-E8C7292504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4ECE89-79B8-4D83-9AED-45B79E1AA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7D0D5-8E94-4D3F-AE7B-FE858E1C2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16070-EB64-4BEB-B6BE-EDD5EE10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89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2945AD-B892-4917-97FF-2037E4161B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A75D03-5D60-4701-A09A-94E5A329F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A396E-7786-4D96-935A-725120A02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8A1B43-55B5-4EA5-B663-ADF5B3E5E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D401C1-0819-4B68-9DE0-128051834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589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34CC21-30A1-4BF1-A27A-8F65FF9B3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478CB4-D1BC-47DA-A7DF-865CDD0BCA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6307DA-F854-4FF5-8669-14F7C9524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3A87E0-7486-40CD-8A4D-7120BF1C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0A76FC-95C4-4EEA-A63F-A4C86DB48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47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4ED340-DF3C-4B45-A70F-FBB104FBC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36402-46BC-409D-9E1E-388683529A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59FE0-EAA4-4792-9CA1-E407F40BB1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44655-0D7D-4771-BEBA-1EA397636199}" type="datetimeFigureOut">
              <a:rPr lang="en-US" smtClean="0"/>
              <a:t>7/4/2025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A17DB-2397-463D-9F00-46AA46C5A6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698929-551F-49EE-9BE1-71BB21CE9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1CB373-B66B-49CA-865D-DC4F33860D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973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D695A2A-54BC-4C3B-BC64-26033D2254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054" y="78106"/>
            <a:ext cx="9033023" cy="4485943"/>
          </a:xfrm>
          <a:prstGeom prst="rect">
            <a:avLst/>
          </a:prstGeom>
        </p:spPr>
      </p:pic>
      <p:sp>
        <p:nvSpPr>
          <p:cNvPr id="6" name="Speech Bubble: Rectangle 5">
            <a:extLst>
              <a:ext uri="{FF2B5EF4-FFF2-40B4-BE49-F238E27FC236}">
                <a16:creationId xmlns:a16="http://schemas.microsoft.com/office/drawing/2014/main" id="{663D817B-DA32-4BB3-BA94-B18E3D1ED18A}"/>
              </a:ext>
            </a:extLst>
          </p:cNvPr>
          <p:cNvSpPr/>
          <p:nvPr/>
        </p:nvSpPr>
        <p:spPr>
          <a:xfrm>
            <a:off x="6633805" y="170126"/>
            <a:ext cx="3425458" cy="634985"/>
          </a:xfrm>
          <a:prstGeom prst="wedgeRectCallout">
            <a:avLst>
              <a:gd name="adj1" fmla="val -79516"/>
              <a:gd name="adj2" fmla="val 19130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 Search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window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หา </a:t>
            </a:r>
            <a:r>
              <a:rPr lang="en-US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Credential Manager</a:t>
            </a:r>
          </a:p>
        </p:txBody>
      </p:sp>
      <p:sp>
        <p:nvSpPr>
          <p:cNvPr id="7" name="Speech Bubble: Rectangle 6">
            <a:extLst>
              <a:ext uri="{FF2B5EF4-FFF2-40B4-BE49-F238E27FC236}">
                <a16:creationId xmlns:a16="http://schemas.microsoft.com/office/drawing/2014/main" id="{DCCFE4CF-C299-4201-AA20-08FAEFC03288}"/>
              </a:ext>
            </a:extLst>
          </p:cNvPr>
          <p:cNvSpPr/>
          <p:nvPr/>
        </p:nvSpPr>
        <p:spPr>
          <a:xfrm>
            <a:off x="7887941" y="948383"/>
            <a:ext cx="2568272" cy="634985"/>
          </a:xfrm>
          <a:prstGeom prst="wedgeRectCallout">
            <a:avLst>
              <a:gd name="adj1" fmla="val -46504"/>
              <a:gd name="adj2" fmla="val 76674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2. เลือก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Windows Credentials</a:t>
            </a:r>
          </a:p>
        </p:txBody>
      </p:sp>
      <p:sp>
        <p:nvSpPr>
          <p:cNvPr id="8" name="Speech Bubble: Rectangle 7">
            <a:extLst>
              <a:ext uri="{FF2B5EF4-FFF2-40B4-BE49-F238E27FC236}">
                <a16:creationId xmlns:a16="http://schemas.microsoft.com/office/drawing/2014/main" id="{5EA417FD-A94A-4560-B7E8-CF418CD8AD6C}"/>
              </a:ext>
            </a:extLst>
          </p:cNvPr>
          <p:cNvSpPr/>
          <p:nvPr/>
        </p:nvSpPr>
        <p:spPr>
          <a:xfrm>
            <a:off x="8346534" y="2128582"/>
            <a:ext cx="1890225" cy="634985"/>
          </a:xfrm>
          <a:prstGeom prst="wedgeRectCallout">
            <a:avLst>
              <a:gd name="adj1" fmla="val -73615"/>
              <a:gd name="adj2" fmla="val 4540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3.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เปิดแถบนี้มากด </a:t>
            </a:r>
            <a:r>
              <a:rPr lang="en-US" sz="2000" b="1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Add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FEBA6D8-8C70-4951-81B2-EBA6071D5FE3}"/>
              </a:ext>
            </a:extLst>
          </p:cNvPr>
          <p:cNvSpPr/>
          <p:nvPr/>
        </p:nvSpPr>
        <p:spPr>
          <a:xfrm>
            <a:off x="1368902" y="283010"/>
            <a:ext cx="3966424" cy="510858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20E1E3D-6DE6-4762-8342-612ECD652BFE}"/>
              </a:ext>
            </a:extLst>
          </p:cNvPr>
          <p:cNvSpPr/>
          <p:nvPr/>
        </p:nvSpPr>
        <p:spPr>
          <a:xfrm>
            <a:off x="4855970" y="1553126"/>
            <a:ext cx="2864748" cy="73124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Speech Bubble: Rectangle 11">
            <a:extLst>
              <a:ext uri="{FF2B5EF4-FFF2-40B4-BE49-F238E27FC236}">
                <a16:creationId xmlns:a16="http://schemas.microsoft.com/office/drawing/2014/main" id="{41F184F2-0F10-46EE-9804-20E3103FCCB0}"/>
              </a:ext>
            </a:extLst>
          </p:cNvPr>
          <p:cNvSpPr/>
          <p:nvPr/>
        </p:nvSpPr>
        <p:spPr>
          <a:xfrm>
            <a:off x="139054" y="5725499"/>
            <a:ext cx="2502569" cy="634985"/>
          </a:xfrm>
          <a:prstGeom prst="wedgeRectCallout">
            <a:avLst>
              <a:gd name="adj1" fmla="val 50697"/>
              <a:gd name="adj2" fmla="val -259057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4. ***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ถ้ามีอยู่แล้วกด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Edit ***</a:t>
            </a: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31933C99-157F-44C9-8B6A-A0A6CB9A806B}"/>
              </a:ext>
            </a:extLst>
          </p:cNvPr>
          <p:cNvSpPr/>
          <p:nvPr/>
        </p:nvSpPr>
        <p:spPr>
          <a:xfrm>
            <a:off x="5614736" y="3218392"/>
            <a:ext cx="6505073" cy="2977857"/>
          </a:xfrm>
          <a:prstGeom prst="wedgeRectCallout">
            <a:avLst>
              <a:gd name="adj1" fmla="val -54882"/>
              <a:gd name="adj2" fmla="val -3640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5.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กรอกข้อมูลตามนี้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Internet or network address : 10.1.150.251</a:t>
            </a:r>
            <a:b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User Name :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ชื่อ.นามสกุลตัวแรก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ex.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kittanun.a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Password :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( password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ที่เราใช้เข้าเครื่องคอมเราปัจจุบัน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 )</a:t>
            </a: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b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</a:b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D7415C-CEA9-4E60-AE24-F9274C152122}"/>
              </a:ext>
            </a:extLst>
          </p:cNvPr>
          <p:cNvSpPr/>
          <p:nvPr/>
        </p:nvSpPr>
        <p:spPr>
          <a:xfrm>
            <a:off x="2305276" y="3032383"/>
            <a:ext cx="2796114" cy="128294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F83CF13E-BACB-4319-BE2E-05500863C8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3926" y="4597750"/>
            <a:ext cx="3351501" cy="144131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16397703-5249-4048-A29A-19F13FDD804E}"/>
              </a:ext>
            </a:extLst>
          </p:cNvPr>
          <p:cNvSpPr/>
          <p:nvPr/>
        </p:nvSpPr>
        <p:spPr>
          <a:xfrm>
            <a:off x="2305275" y="2682801"/>
            <a:ext cx="5582666" cy="260926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3361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80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AngsanaUPC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Kittanun Apisitamorn</dc:creator>
  <cp:lastModifiedBy>Kittanun Apisitamorn</cp:lastModifiedBy>
  <cp:revision>2</cp:revision>
  <dcterms:created xsi:type="dcterms:W3CDTF">2025-07-04T10:39:15Z</dcterms:created>
  <dcterms:modified xsi:type="dcterms:W3CDTF">2025-07-04T10:49:30Z</dcterms:modified>
</cp:coreProperties>
</file>
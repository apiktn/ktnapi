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5" r:id="rId2"/>
    <p:sldId id="385" r:id="rId3"/>
    <p:sldId id="386" r:id="rId4"/>
    <p:sldId id="387" r:id="rId5"/>
    <p:sldId id="388" r:id="rId6"/>
    <p:sldId id="389" r:id="rId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5BED-988C-44A5-A63D-8E25F89ACFE5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3106-7F23-49E9-916C-48ADFD175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D08-D70C-4954-B9E2-974A5DCF0B92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A620-FFAD-4E57-9AE0-9D3AA34AEEE5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0399-42A5-4301-95A7-05646DFF0FB4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CB22-0DD5-4DAD-A5C1-1FF73CAC01B7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D9FD-20BC-418B-9248-0FCB0CE09270}" type="datetime1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2B74-C62A-427C-9651-A40D4F455C51}" type="datetime1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1DC1-D55C-4A03-AEA9-5C3BF0D847B0}" type="datetime1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681B-C817-4C7B-B925-B5A00EF619D1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741B-9F8E-492A-A9F9-88035C7A14EA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874F-8668-4CF3-829E-A58CCF679D0A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42B5-EBC0-4FF8-B554-C00B4E7FAF37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46E45-01C5-4238-BDEE-9772C52AF16B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2873328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คู่มือการย้ายเมล </a:t>
            </a:r>
            <a:r>
              <a:rPr lang="en-US" sz="6600" b="1" dirty="0">
                <a:latin typeface="AngsanaUPC" panose="02020603050405020304" pitchFamily="18" charset="-34"/>
                <a:cs typeface="+mj-cs"/>
              </a:rPr>
              <a:t>( mac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BCFEE2-BB41-6CB6-D893-23BC29282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924" y="2431344"/>
            <a:ext cx="1376012" cy="377835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</p:cNvCxnSpPr>
            <p:nvPr/>
          </p:nvCxnSpPr>
          <p:spPr>
            <a:xfrm>
              <a:off x="438842" y="763280"/>
              <a:ext cx="11334058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 ให้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login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เมลของ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User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ผ่าน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outlook window desktop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เพื่อโหลดข้อมูลมาให้ที่เครื่องการ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( 50gb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ใช้ 1-2 วัน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C6A88-E9FA-490C-8E0C-62459BABCBE0}"/>
              </a:ext>
            </a:extLst>
          </p:cNvPr>
          <p:cNvSpPr/>
          <p:nvPr/>
        </p:nvSpPr>
        <p:spPr>
          <a:xfrm>
            <a:off x="3043076" y="4079237"/>
            <a:ext cx="1376012" cy="63504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1E5CAB-DC11-46DF-8718-8773A577A9AE}"/>
              </a:ext>
            </a:extLst>
          </p:cNvPr>
          <p:cNvSpPr/>
          <p:nvPr/>
        </p:nvSpPr>
        <p:spPr>
          <a:xfrm rot="10800000">
            <a:off x="4658784" y="4138565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D00B2021-BD31-A013-CE59-2287BE4A1BA6}"/>
              </a:ext>
            </a:extLst>
          </p:cNvPr>
          <p:cNvSpPr/>
          <p:nvPr/>
        </p:nvSpPr>
        <p:spPr>
          <a:xfrm>
            <a:off x="6185139" y="2966936"/>
            <a:ext cx="4573149" cy="3132249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แยก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Folder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ไว้ไม่ให้เกิน 4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0gb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เวลา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export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เนื้อที่จะมากกว่าปกติซึ่งถ้า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ไฟล์ที่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export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มาเป็น 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pst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เกิน 50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gb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จะมาไม่ครบ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99990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B6D2-1493-2652-494A-FAA22520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E12B8F-7533-413A-7A94-951865C26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11" y="2569367"/>
            <a:ext cx="6607113" cy="317019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A08E8E-4B8C-F084-71D8-2FD32FA9AD3A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1D192A-95AA-891A-C4FB-C2BF094457BF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104DA5-DB3C-50E2-CA5F-0037EFC70F15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6572F2-07FA-17F0-2703-43A5B54B17D4}"/>
                </a:ext>
              </a:extLst>
            </p:cNvPr>
            <p:cNvCxnSpPr>
              <a:cxnSpLocks/>
            </p:cNvCxnSpPr>
            <p:nvPr/>
          </p:nvCxnSpPr>
          <p:spPr>
            <a:xfrm>
              <a:off x="438842" y="763280"/>
              <a:ext cx="11334058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0DF00F-E0E6-9BBB-4C80-4FB02982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58B03016-FD17-5271-3B9D-B25198809D71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ให้ย้ายข้อมูลมาเก็บไว้ที่เครื่องก่อน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E9D824D-61D2-5988-A034-22B1ECBBA3D8}"/>
              </a:ext>
            </a:extLst>
          </p:cNvPr>
          <p:cNvSpPr/>
          <p:nvPr/>
        </p:nvSpPr>
        <p:spPr>
          <a:xfrm>
            <a:off x="6591101" y="3993361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B80144-0F83-B3FD-A633-AF2DCDF08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606" y="2662829"/>
            <a:ext cx="3935083" cy="295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26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A544-80F8-D042-207B-1A49FCE1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E6778E-73E3-1A90-806D-5F53A4AB8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887" y="2267364"/>
            <a:ext cx="3160183" cy="421262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528DA8-EF2C-A5F9-985C-2924DF8E7AB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6DACB7-55BB-57F8-D7D5-C31CD38D035A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B88A45-CB55-48A8-457B-F9CEF3E32CEF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C4EFC25-B1A7-E355-F2A5-98D897BAF249}"/>
                </a:ext>
              </a:extLst>
            </p:cNvPr>
            <p:cNvCxnSpPr>
              <a:cxnSpLocks/>
            </p:cNvCxnSpPr>
            <p:nvPr/>
          </p:nvCxnSpPr>
          <p:spPr>
            <a:xfrm>
              <a:off x="438842" y="763280"/>
              <a:ext cx="11334058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0D63DB-B8AD-7262-BE6E-241DCA28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4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179A09B-4D3E-7FBF-0557-B334BCEA38F5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 ถ้า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outlook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new outlook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ให้เปลี่ยนมาโหมด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legacy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ก่อน แล้วค่อย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ทีละ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Folder 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ณ ที่นี้แยกรายปี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5E4A0DC-2E79-CB6A-6971-696FBDD5C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40" y="2409778"/>
            <a:ext cx="3711203" cy="2784030"/>
          </a:xfrm>
          <a:prstGeom prst="rect">
            <a:avLst/>
          </a:prstGeom>
        </p:spPr>
      </p:pic>
      <p:pic>
        <p:nvPicPr>
          <p:cNvPr id="7" name="Picture 6" descr="A computer screen with a menu&#10;&#10;AI-generated content may be incorrect.">
            <a:extLst>
              <a:ext uri="{FF2B5EF4-FFF2-40B4-BE49-F238E27FC236}">
                <a16:creationId xmlns:a16="http://schemas.microsoft.com/office/drawing/2014/main" id="{690A8130-0AA2-3D44-3E63-B843869739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137" y="2267364"/>
            <a:ext cx="3067432" cy="408898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5942E6B-E0D6-5D44-545D-F3AA6C7ABEFA}"/>
              </a:ext>
            </a:extLst>
          </p:cNvPr>
          <p:cNvSpPr/>
          <p:nvPr/>
        </p:nvSpPr>
        <p:spPr>
          <a:xfrm>
            <a:off x="3461893" y="4055183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C908347-9430-A19D-3548-327C32989BE1}"/>
              </a:ext>
            </a:extLst>
          </p:cNvPr>
          <p:cNvSpPr/>
          <p:nvPr/>
        </p:nvSpPr>
        <p:spPr>
          <a:xfrm>
            <a:off x="6900958" y="4055183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67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FA7A-E789-1A3A-F950-C71F93DC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58588C-6A4F-4F2E-27ED-8190ADB9B85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D773721-C43F-FD7B-942A-90CA79A23C5C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4548D7-FEB1-F264-6536-0D73DD38F56E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FD4F63A-586C-287B-488A-590D70BC625D}"/>
                </a:ext>
              </a:extLst>
            </p:cNvPr>
            <p:cNvCxnSpPr>
              <a:cxnSpLocks/>
            </p:cNvCxnSpPr>
            <p:nvPr/>
          </p:nvCxnSpPr>
          <p:spPr>
            <a:xfrm>
              <a:off x="438842" y="763280"/>
              <a:ext cx="11334058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6668603-4D69-B499-879F-C56C7012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5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5A6C1BF-2B33-894F-6723-442F0F4A8382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 เมื่อ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เสร็จจะมี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Folder “ On My Computer 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พร้อม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Folder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ชื่อ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PST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มา ให้นำไฟล์ออกมาเรียงตามรูป 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FD7CAE-E003-E949-81D3-3CE1AFF11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530" y="2243631"/>
            <a:ext cx="3222188" cy="429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6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6AE91-1DD1-EE80-7D7E-CAB31560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6A0BAC9-6B5E-B49A-E2A4-E8CB8D5E3F1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D3A56E-7914-CE9C-77FB-7A2D3248DB28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FED7DB-8875-10B2-4A43-81379E65B074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0597162-0A31-265D-31EA-7332D732C197}"/>
                </a:ext>
              </a:extLst>
            </p:cNvPr>
            <p:cNvCxnSpPr>
              <a:cxnSpLocks/>
            </p:cNvCxnSpPr>
            <p:nvPr/>
          </p:nvCxnSpPr>
          <p:spPr>
            <a:xfrm>
              <a:off x="438842" y="763280"/>
              <a:ext cx="11334058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3BDDF0-4380-DB59-EC79-8C736CB4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6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79AA008-0172-BBAD-FFFD-A924E018DEC3}"/>
              </a:ext>
            </a:extLst>
          </p:cNvPr>
          <p:cNvSpPr/>
          <p:nvPr/>
        </p:nvSpPr>
        <p:spPr>
          <a:xfrm>
            <a:off x="792480" y="1046439"/>
            <a:ext cx="10607040" cy="5309905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32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 สำคัญ ***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หลังจากทำข้อ 5. เสร็จต้องกลับไปลบไฟล์ 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pst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ในข้อ 3. ของเครื่อง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mac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ออกก่อน แล้วค่อย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ใหม่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ทำซ้ำจนครบทุก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Folder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***ถ้าเนื้อที่เมล 50 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gb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ถ้าไม่ลบที่ละไฟล์ที่ทำเสร็จจะต้องมีพื้นที่กว่า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00 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gb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เพราะไฟล์ที่ถูก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จะไปอยู่ที่</a:t>
            </a:r>
          </a:p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Command + Shift + G</a:t>
            </a:r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~/Library/Group Containers/UBF8T346G9.Office/Outlook/Outlook 15 Profiles/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ทำให้กินพื้นที่ไป 50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gb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ฟรีๆ และยังต้องใช้พื้นที่ประมวลผลในการ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อีก เท่าตัว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ดังนั้นถ้าไม่ลบจะ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ไฟล์ไม่ได้***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***** ถ้าการ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import process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ไม่ขยับแล้ว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force quit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restart outlook 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ต้องทำการลบ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delete item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ที่ค้างอยู่ออกด้วยมันจะเป็น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temp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ค้างในนั้น*****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9294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390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247</cp:revision>
  <cp:lastPrinted>2024-05-15T07:29:50Z</cp:lastPrinted>
  <dcterms:created xsi:type="dcterms:W3CDTF">2023-12-26T02:33:08Z</dcterms:created>
  <dcterms:modified xsi:type="dcterms:W3CDTF">2025-10-16T08:47:22Z</dcterms:modified>
</cp:coreProperties>
</file>